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45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632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002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9144000" cy="256032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한국원자력연구원
</a:t>
            </a: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 Atomic Energy Research Institute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9496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
</a:t>
            </a: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Applied AI 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기반 3D CAD 생성 도구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단위 편집 기능 개발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840480" y="3749040"/>
            <a:ext cx="1463040" cy="0"/>
          </a:xfrm>
          <a:prstGeom prst="line">
            <a:avLst/>
          </a:prstGeom>
          <a:noFill/>
          <a:ln w="1905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 :: 한국원자력연구원 (KAERI)
</a:t>
            </a: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장영아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</a:t>
            </a:r>
            <a:r>
              <a:rPr lang="en-US" altLang="ko-KR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9144000" cy="256032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548640" cy="548640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5910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1463040"/>
            <a:ext cx="7406640" cy="804672"/>
          </a:xfrm>
          <a:prstGeom prst="roundRect">
            <a:avLst>
              <a:gd name="adj" fmla="val 56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554480" y="1591056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· 문제 정의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38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수정 가능한가</a:t>
            </a:r>
            <a:r>
              <a:rPr lang="en-US" altLang="ko-KR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548640" cy="548640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80160" y="2304288"/>
            <a:ext cx="7406640" cy="804672"/>
          </a:xfrm>
          <a:prstGeom prst="roundRect">
            <a:avLst>
              <a:gd name="adj" fmla="val 56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54480" y="243230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 개요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7797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지목</a:t>
            </a: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재생성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273552"/>
            <a:ext cx="548640" cy="548640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273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80160" y="3145536"/>
            <a:ext cx="7406640" cy="804672"/>
          </a:xfrm>
          <a:prstGeom prst="roundRect">
            <a:avLst>
              <a:gd name="adj" fmla="val 56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554480" y="32735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r>
              <a:rPr lang="ko-KR" alt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sz="16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@멘션 타겟 편집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1   배 경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부품만 수정 가능한가</a:t>
            </a:r>
            <a:r>
              <a:rPr lang="en-US" altLang="ko-KR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현상 :  자동차 모델 1개 = 파트 39개. 파트가 늘어날수록 "일부만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고치기</a:t>
            </a: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</a:t>
            </a:r>
            <a:r>
              <a:rPr lang="en-US" sz="13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</a:t>
            </a:r>
            <a:r>
              <a:rPr lang="ko-KR" alt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977640" cy="3794760"/>
          </a:xfrm>
          <a:prstGeom prst="roundRect">
            <a:avLst>
              <a:gd name="adj" fmla="val 144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"스포일러 색만 바꿔줘"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말로만 지목하면 어떤 파트를 뜻하는지 모델이 추측해야 하고, 전체 코드를 다시 설계해 버린다.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4023360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023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무관한 파트의 치수·위치가 함께 변형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4590288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22960" y="45902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459028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요청에도 매번 다른 결과 (재현성 저하)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5157216"/>
            <a:ext cx="352044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" y="515721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51572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재생성이라 시간·토큰 낭비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2423160"/>
            <a:ext cx="3977640" cy="3794760"/>
          </a:xfrm>
          <a:prstGeom prst="roundRect">
            <a:avLst>
              <a:gd name="adj" fmla="val 1446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937760" y="2834640"/>
            <a:ext cx="1600200" cy="3108960"/>
          </a:xfrm>
          <a:prstGeom prst="roundRect">
            <a:avLst>
              <a:gd name="adj" fmla="val 2857"/>
            </a:avLst>
          </a:prstGeom>
          <a:solidFill>
            <a:srgbClr val="1B1D21"/>
          </a:solidFill>
          <a:ln w="12700">
            <a:solidFill>
              <a:srgbClr val="3A3E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Objects        39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20640" y="3200400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CarBody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20640" y="346557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WheelFR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20640" y="373075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RimFR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120640" y="399592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HubFR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20640" y="426110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SideWinFR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20640" y="4526280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Windshield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20640" y="4791456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MirrorL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120640" y="5056632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HandleFR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20640" y="532180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Exhaust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001768" y="5586984"/>
            <a:ext cx="1472184" cy="237744"/>
          </a:xfrm>
          <a:prstGeom prst="roundRect">
            <a:avLst>
              <a:gd name="adj" fmla="val 11538"/>
            </a:avLst>
          </a:prstGeom>
          <a:solidFill>
            <a:srgbClr val="1E3A5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120640" y="5586984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C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SpoilerWing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675120" y="28803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3D에서 파트를 클릭해도 선택 표시가 얇은 외곽선뿐이라, 39줄짜리 목록에서 어느 항목이 강조됐는지 눈으로 찾아야 했다.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675120" y="45720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방향도 막힘
</a:t>
            </a: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목록의 SideWinRR이 어느 유리창인지 확인할 방법이 없다.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2   해 결  개 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지목 → 국소 편집 → 재생성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:  "어느 파트인가"를 UI가 확정해 넘기고, 프롬프트가 "그 파트만 고치도록" 구속한다.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사용자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@파트 지목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965960" y="27523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31720" y="260604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377440" y="26060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대상 확정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(id · 이름)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0" y="27523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60604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1C6FC9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343400" y="26060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국소 편집 규칙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주입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80760" y="275234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46520" y="2606040"/>
            <a:ext cx="10972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92240" y="2606040"/>
            <a:ext cx="1005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LLM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수정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589520" y="2752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909560" y="2606040"/>
            <a:ext cx="777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955280" y="2606040"/>
            <a:ext cx="685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OCCT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재생성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코드 전문(全文)을 함께 보내고, 대상 외 파트는 그대로 돌려받는다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" y="3703320"/>
            <a:ext cx="3474720" cy="2514600"/>
          </a:xfrm>
          <a:prstGeom prst="roundRect">
            <a:avLst>
              <a:gd name="adj" fmla="val 21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41148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@멘션 타겟 편집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365760" y="4572000"/>
            <a:ext cx="3520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50000"/>
              </a:lnSpc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입력창에서 @ → 씬의 오브젝트 자동완성
선택한 파트는 "수정 대상" 칩으로 고정
멘션이 있으면 </a:t>
            </a:r>
            <a:r>
              <a:rPr lang="en-US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</a:t>
            </a: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모드로 처리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727938" y="3703320"/>
            <a:ext cx="5233182" cy="2514600"/>
          </a:xfrm>
          <a:prstGeom prst="roundRect">
            <a:avLst>
              <a:gd name="adj" fmla="val 218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840480" y="4096512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17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</a:rPr>
              <a:t>국소 </a:t>
            </a:r>
            <a:r>
              <a:rPr lang="ko-KR" altLang="en-US" sz="1700" b="1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</a:rPr>
              <a:t>편집 프롬프트</a:t>
            </a:r>
            <a:endParaRPr lang="en-US" sz="1700" b="1" dirty="0">
              <a:solidFill>
                <a:srgbClr val="1C6FC9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F1761CFE-F5F8-A30B-7AC5-E37C3E4CE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875" y="4634310"/>
            <a:ext cx="4971308" cy="1429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3   기 능 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@멘션 : 고칠 파트를 입력창에서 지목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480560" cy="4526280"/>
          </a:xfrm>
          <a:prstGeom prst="roundRect">
            <a:avLst>
              <a:gd name="adj" fmla="val 1224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" y="2784348"/>
            <a:ext cx="3931920" cy="1417320"/>
          </a:xfrm>
          <a:prstGeom prst="roundRect">
            <a:avLst>
              <a:gd name="adj" fmla="val 3871"/>
            </a:avLst>
          </a:prstGeom>
          <a:solidFill>
            <a:srgbClr val="1B1D21"/>
          </a:solidFill>
          <a:ln w="12700">
            <a:solidFill>
              <a:srgbClr val="3A3E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68680" y="28300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수정할 오브젝트 선택 · ↑↓ 이동 · Enter 확정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77240" y="3104388"/>
            <a:ext cx="3840480" cy="3017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4400" y="3195828"/>
            <a:ext cx="118872" cy="118872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143000" y="310438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C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LegFL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525012"/>
            <a:ext cx="118872" cy="118872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143000" y="343357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LegFR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854196"/>
            <a:ext cx="118872" cy="118872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143000" y="376275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LegBL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293108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26292E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14400" y="43845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C6FF"/>
                </a:solidFill>
                <a:highlight>
                  <a:srgbClr val="1E3A5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@LegBL</a:t>
            </a:r>
            <a:r>
              <a:rPr lang="en-US" sz="1100" dirty="0">
                <a:solidFill>
                  <a:srgbClr val="E6E8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색을 빨간색으로 바꿔줘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750308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 w="12700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14400" y="475030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9CC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대상 LegBL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166360" y="1691640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394960" y="210312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 실제로 전달되는 것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394960" y="2633472"/>
            <a:ext cx="292608" cy="292608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394960" y="2633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06440" y="25603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모델의 JavaScript 코드 전문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394960" y="3200400"/>
            <a:ext cx="292608" cy="292608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39496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1272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요청 문장 (@LegBL 포함)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94960" y="3767328"/>
            <a:ext cx="292608" cy="292608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394960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06440" y="369417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TARGETED EDIT 국소 편집 규칙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94960" y="4334256"/>
            <a:ext cx="292608" cy="292608"/>
          </a:xfrm>
          <a:prstGeom prst="ellipse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394960" y="4334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806440" y="4261104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"MODIFY 요청" 확정 지시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94960" y="4983480"/>
            <a:ext cx="3063240" cy="1051560"/>
          </a:xfrm>
          <a:prstGeom prst="roundRect">
            <a:avLst>
              <a:gd name="adj" fmla="val 5217"/>
            </a:avLst>
          </a:prstGeom>
          <a:solidFill>
            <a:srgbClr val="E8F0FB"/>
          </a:solidFill>
          <a:ln w="12700">
            <a:solidFill>
              <a:srgbClr val="1C6F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532120" y="4983480"/>
            <a:ext cx="2788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멘션이 있으면
</a:t>
            </a:r>
            <a:r>
              <a:rPr lang="en-US" sz="1100" b="1" dirty="0">
                <a:solidFill>
                  <a:srgbClr val="134E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"새 형상 vs 수정" 판단을 모델에게 맡기지 않는다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3   기 능 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국소 편집 규칙 : 대상 밖은 건드리지 않는다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371600" cy="56692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 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4937760" cy="56692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용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2011680"/>
            <a:ext cx="1920240" cy="566928"/>
          </a:xfrm>
          <a:prstGeom prst="rect">
            <a:avLst/>
          </a:prstGeom>
          <a:solidFill>
            <a:srgbClr val="1C6FC9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 는  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한정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828800" y="2578608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요청은 지목된 파트에만 적용. 재설계가 아닌 국소 편집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0" y="2578608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전면 재작성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145536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 보장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3145536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파트는 변수명 · feature id · 치수 · 좌표 · 재질 · 순서 그대로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0" y="3145536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무관한 부분 변형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7124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외형 전용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828800" y="3712464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· metalness · roughness · opacity 요청이면 material 필드만 수정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66560" y="3712464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형상 변경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279392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접촉 유지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828800" y="4279392"/>
            <a:ext cx="4937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대상의 크기 · 위치가 바뀌면 맞닿은 파트의 좌표만 재계산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66560" y="4279392"/>
            <a:ext cx="19202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파트가 뜨거나 벌어짐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</a:t>
            </a:r>
            <a:r>
              <a:rPr lang="en-US" altLang="ko-KR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r>
              <a:rPr lang="en-US" sz="1100" kern="0" spc="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기 능 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하이라이트 : 무엇을 골랐는지 보이게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0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846320" cy="4526280"/>
          </a:xfrm>
          <a:prstGeom prst="roundRect">
            <a:avLst>
              <a:gd name="adj" fmla="val 1212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85800" y="18379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 I E W E R   +   L I S 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2148840"/>
            <a:ext cx="1371600" cy="3749040"/>
          </a:xfrm>
          <a:prstGeom prst="roundRect">
            <a:avLst>
              <a:gd name="adj" fmla="val 3333"/>
            </a:avLst>
          </a:prstGeom>
          <a:solidFill>
            <a:srgbClr val="1B1D21"/>
          </a:solidFill>
          <a:ln w="12700">
            <a:solidFill>
              <a:srgbClr val="3A3E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Objects     30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859536" y="2606040"/>
            <a:ext cx="109728" cy="109728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51560" y="2514600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Part22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59536" y="2916936"/>
            <a:ext cx="109728" cy="109728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51560" y="2825496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59536" y="3227832"/>
            <a:ext cx="109728" cy="109728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51560" y="3136392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Part24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59536" y="3538728"/>
            <a:ext cx="109728" cy="109728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051560" y="3447288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Part25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59536" y="3849624"/>
            <a:ext cx="109728" cy="109728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051560" y="3758184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59536" y="4160520"/>
            <a:ext cx="109728" cy="109728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51560" y="4069080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BC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Part27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9808" y="4379976"/>
            <a:ext cx="1243584" cy="283464"/>
          </a:xfrm>
          <a:prstGeom prst="roundRect">
            <a:avLst>
              <a:gd name="adj" fmla="val 9677"/>
            </a:avLst>
          </a:prstGeom>
          <a:solidFill>
            <a:srgbClr val="1E3A5F"/>
          </a:solidFill>
          <a:ln w="15875">
            <a:solidFill>
              <a:srgbClr val="4F8C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59536" y="4471416"/>
            <a:ext cx="109728" cy="109728"/>
          </a:xfrm>
          <a:prstGeom prst="rect">
            <a:avLst/>
          </a:prstGeom>
          <a:solidFill>
            <a:srgbClr val="4F8C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51560" y="4379976"/>
            <a:ext cx="9144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CC6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Part28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스크롤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40280" y="2148840"/>
            <a:ext cx="2834640" cy="3749040"/>
          </a:xfrm>
          <a:prstGeom prst="roundRect">
            <a:avLst>
              <a:gd name="adj" fmla="val 1613"/>
            </a:avLst>
          </a:prstGeom>
          <a:solidFill>
            <a:srgbClr val="2F3237"/>
          </a:solidFill>
          <a:ln w="12700">
            <a:solidFill>
              <a:srgbClr val="3A3E4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240280" y="2514600"/>
            <a:ext cx="2834640" cy="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240280" y="3063240"/>
            <a:ext cx="2834640" cy="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2240280" y="3611880"/>
            <a:ext cx="2834640" cy="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240280" y="4160520"/>
            <a:ext cx="2834640" cy="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240280" y="4709160"/>
            <a:ext cx="2834640" cy="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240280" y="5257800"/>
            <a:ext cx="2834640" cy="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2697480" y="2148840"/>
            <a:ext cx="0" cy="374904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200400" y="2148840"/>
            <a:ext cx="0" cy="374904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703320" y="2148840"/>
            <a:ext cx="0" cy="374904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206240" y="2148840"/>
            <a:ext cx="0" cy="374904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4709160" y="2148840"/>
            <a:ext cx="0" cy="3749040"/>
          </a:xfrm>
          <a:prstGeom prst="line">
            <a:avLst/>
          </a:prstGeom>
          <a:noFill/>
          <a:ln w="9525">
            <a:solidFill>
              <a:srgbClr val="3E42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2514600" y="3977640"/>
            <a:ext cx="310896" cy="777240"/>
          </a:xfrm>
          <a:prstGeom prst="roundRect">
            <a:avLst>
              <a:gd name="adj" fmla="val 5882"/>
            </a:avLst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2971800" y="3977640"/>
            <a:ext cx="310896" cy="777240"/>
          </a:xfrm>
          <a:prstGeom prst="roundRect">
            <a:avLst>
              <a:gd name="adj" fmla="val 5882"/>
            </a:avLst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3429000" y="3977640"/>
            <a:ext cx="310896" cy="777240"/>
          </a:xfrm>
          <a:prstGeom prst="roundRect">
            <a:avLst>
              <a:gd name="adj" fmla="val 5882"/>
            </a:avLst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886200" y="3977640"/>
            <a:ext cx="310896" cy="777240"/>
          </a:xfrm>
          <a:prstGeom prst="roundRect">
            <a:avLst>
              <a:gd name="adj" fmla="val 5882"/>
            </a:avLst>
          </a:prstGeom>
          <a:solidFill>
            <a:srgbClr val="8B4512"/>
          </a:solidFill>
          <a:ln w="19050">
            <a:solidFill>
              <a:srgbClr val="9CC6F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2" name="Shape 40"/>
          <p:cNvSpPr/>
          <p:nvPr/>
        </p:nvSpPr>
        <p:spPr>
          <a:xfrm>
            <a:off x="4343400" y="3977640"/>
            <a:ext cx="310896" cy="777240"/>
          </a:xfrm>
          <a:prstGeom prst="roundRect">
            <a:avLst>
              <a:gd name="adj" fmla="val 5882"/>
            </a:avLst>
          </a:prstGeom>
          <a:solidFill>
            <a:srgbClr val="8B451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3537522" y="3467485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9CC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537522" y="3467485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Part28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013010" y="3778381"/>
            <a:ext cx="0" cy="182880"/>
          </a:xfrm>
          <a:prstGeom prst="line">
            <a:avLst/>
          </a:prstGeom>
          <a:noFill/>
          <a:ln w="12700">
            <a:solidFill>
              <a:srgbClr val="9CC6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5532120" y="1691640"/>
            <a:ext cx="3154680" cy="4526280"/>
          </a:xfrm>
          <a:prstGeom prst="roundRect">
            <a:avLst>
              <a:gd name="adj" fmla="val 1739"/>
            </a:avLst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760720" y="183794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N T E R A C T I O 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760720" y="2148840"/>
            <a:ext cx="26974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897880" y="225856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클릭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897880" y="253288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 위에 파란 이름 배지 + 발광 강조. 목록이 그 행까지 자동 스크롤되고 파란 링 표시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760720" y="3474720"/>
            <a:ext cx="26974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897880" y="358444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호버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897880" y="385876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 전에 어두운 배지로 미리 확인. 커서 모양도 바뀜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760720" y="4800600"/>
            <a:ext cx="26974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5897880" y="4910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6F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 호버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897880" y="5184648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 방향 연동. 목록 행에 마우스만 올려도 3D에서 그 파트가 빛난다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154B8C1-A12B-F88F-18DA-BE6C32076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898"/>
            <a:ext cx="4031408" cy="26059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D1C3300-6BEB-0E60-1570-159586039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92" y="1188898"/>
            <a:ext cx="4031408" cy="26059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1D8F983-5692-460B-F827-5765461AF3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994" y="3794849"/>
            <a:ext cx="4031408" cy="2605951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10E0BB24-0FB5-4AC1-0749-A05F997F60DB}"/>
              </a:ext>
            </a:extLst>
          </p:cNvPr>
          <p:cNvSpPr/>
          <p:nvPr/>
        </p:nvSpPr>
        <p:spPr>
          <a:xfrm>
            <a:off x="711200" y="621970"/>
            <a:ext cx="2120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altLang="ko-KR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modern minimalist chair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175B753-AEEA-5D29-1C4C-2BC386069D07}"/>
              </a:ext>
            </a:extLst>
          </p:cNvPr>
          <p:cNvSpPr/>
          <p:nvPr/>
        </p:nvSpPr>
        <p:spPr>
          <a:xfrm>
            <a:off x="4969106" y="621970"/>
            <a:ext cx="3463694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altLang="ko-KR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@Seat</a:t>
            </a: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색 빨간색으로 변경해줘 </a:t>
            </a:r>
            <a:r>
              <a:rPr lang="en-US" altLang="ko-KR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@Backrest</a:t>
            </a: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이것도</a:t>
            </a:r>
            <a:endParaRPr lang="en-US" sz="105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EEFC244-A200-FCCD-D996-58E015CFAB76}"/>
              </a:ext>
            </a:extLst>
          </p:cNvPr>
          <p:cNvSpPr/>
          <p:nvPr/>
        </p:nvSpPr>
        <p:spPr>
          <a:xfrm>
            <a:off x="6474455" y="5833872"/>
            <a:ext cx="21209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r>
              <a:rPr lang="en-US" altLang="ko-KR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@Seat </a:t>
            </a: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 쫌</a:t>
            </a:r>
            <a:r>
              <a:rPr lang="en-US" altLang="ko-KR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둥글게 만들어줘 그리고 높이 </a:t>
            </a:r>
            <a:r>
              <a:rPr lang="en-US" altLang="ko-KR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 키워줘 </a:t>
            </a:r>
            <a:endParaRPr lang="en-US" sz="1050" dirty="0">
              <a:solidFill>
                <a:srgbClr val="222222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505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"/>
            <a:ext cx="9144000" cy="256032"/>
          </a:xfrm>
          <a:prstGeom prst="rect">
            <a:avLst/>
          </a:prstGeom>
          <a:solidFill>
            <a:srgbClr val="1C6FC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한국원자력연구원
</a:t>
            </a: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Korea Atomic Energy Research Institute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94960" y="822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인공지능응용연구실
</a:t>
            </a:r>
            <a:r>
              <a:rPr lang="en-US" sz="7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Applied AI Section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장영아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jya03@kaeri.re.kr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603</Words>
  <Application>Microsoft Macintosh PowerPoint</Application>
  <PresentationFormat>화면 슬라이드 쇼(4:3)</PresentationFormat>
  <Paragraphs>137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장영아</cp:lastModifiedBy>
  <cp:revision>4</cp:revision>
  <dcterms:created xsi:type="dcterms:W3CDTF">2026-08-21T07:49:12Z</dcterms:created>
  <dcterms:modified xsi:type="dcterms:W3CDTF">2026-08-21T08:46:43Z</dcterms:modified>
</cp:coreProperties>
</file>