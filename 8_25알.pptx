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7"/>
  </p:notesMasterIdLst>
  <p:sldIdLst>
    <p:sldId id="256" r:id="rId2"/>
    <p:sldId id="982" r:id="rId3"/>
    <p:sldId id="983" r:id="rId4"/>
    <p:sldId id="984" r:id="rId5"/>
    <p:sldId id="985" r:id="rId6"/>
  </p:sldIdLst>
  <p:sldSz cx="12192000" cy="6858000"/>
  <p:notesSz cx="6858000" cy="9144000"/>
  <p:embeddedFontLst>
    <p:embeddedFont>
      <p:font typeface="HY견고딕" panose="02030600000101010101" pitchFamily="18" charset="-127"/>
      <p:regular r:id="rId8"/>
    </p:embeddedFont>
    <p:embeddedFont>
      <p:font typeface="맑은 고딕" panose="020B0503020000020004" pitchFamily="34" charset="-127"/>
      <p:regular r:id="rId9"/>
      <p:bold r:id="rId10"/>
    </p:embeddedFont>
    <p:embeddedFont>
      <p:font typeface="Noto Sans KR Medium" panose="020B0600000000000000"/>
      <p:regular r:id="rId1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4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7496A3-97B7-4BD8-A086-75785AA1EF63}" v="71" dt="2026-05-18T10:59:24.66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33" autoAdjust="0"/>
    <p:restoredTop sz="67945"/>
  </p:normalViewPr>
  <p:slideViewPr>
    <p:cSldViewPr snapToGrid="0">
      <p:cViewPr>
        <p:scale>
          <a:sx n="88" d="100"/>
          <a:sy n="88" d="100"/>
        </p:scale>
        <p:origin x="234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geon Seo" userId="6337c94fad0b8929" providerId="LiveId" clId="{18D30A94-7BA2-48FE-AC84-12B8C60A7EA7}"/>
    <pc:docChg chg="undo custSel addSld delSld modSld">
      <pc:chgData name="Hogeon Seo" userId="6337c94fad0b8929" providerId="LiveId" clId="{18D30A94-7BA2-48FE-AC84-12B8C60A7EA7}" dt="2026-05-18T11:03:28.978" v="1513" actId="2696"/>
      <pc:docMkLst>
        <pc:docMk/>
      </pc:docMkLst>
      <pc:sldChg chg="addSp delSp modSp mod">
        <pc:chgData name="Hogeon Seo" userId="6337c94fad0b8929" providerId="LiveId" clId="{18D30A94-7BA2-48FE-AC84-12B8C60A7EA7}" dt="2026-05-18T10:32:19.270" v="134" actId="20577"/>
        <pc:sldMkLst>
          <pc:docMk/>
          <pc:sldMk cId="1624066507" sldId="256"/>
        </pc:sldMkLst>
        <pc:spChg chg="mod">
          <ac:chgData name="Hogeon Seo" userId="6337c94fad0b8929" providerId="LiveId" clId="{18D30A94-7BA2-48FE-AC84-12B8C60A7EA7}" dt="2026-05-18T10:30:24.605" v="20" actId="465"/>
          <ac:spMkLst>
            <pc:docMk/>
            <pc:sldMk cId="1624066507" sldId="256"/>
            <ac:spMk id="4" creationId="{4265CEC4-C656-2C7A-5464-5DDE26FF636B}"/>
          </ac:spMkLst>
        </pc:spChg>
        <pc:spChg chg="mod">
          <ac:chgData name="Hogeon Seo" userId="6337c94fad0b8929" providerId="LiveId" clId="{18D30A94-7BA2-48FE-AC84-12B8C60A7EA7}" dt="2026-05-18T10:31:56.478" v="91" actId="20577"/>
          <ac:spMkLst>
            <pc:docMk/>
            <pc:sldMk cId="1624066507" sldId="256"/>
            <ac:spMk id="5" creationId="{2C7C59D9-AD22-BE01-4147-B41D070A6C62}"/>
          </ac:spMkLst>
        </pc:spChg>
        <pc:spChg chg="mod">
          <ac:chgData name="Hogeon Seo" userId="6337c94fad0b8929" providerId="LiveId" clId="{18D30A94-7BA2-48FE-AC84-12B8C60A7EA7}" dt="2026-05-18T10:32:19.270" v="134" actId="20577"/>
          <ac:spMkLst>
            <pc:docMk/>
            <pc:sldMk cId="1624066507" sldId="256"/>
            <ac:spMk id="6" creationId="{7BFDC40C-A484-73E6-80E3-65658605465C}"/>
          </ac:spMkLst>
        </pc:spChg>
        <pc:spChg chg="mod">
          <ac:chgData name="Hogeon Seo" userId="6337c94fad0b8929" providerId="LiveId" clId="{18D30A94-7BA2-48FE-AC84-12B8C60A7EA7}" dt="2026-05-18T10:29:13.838" v="4"/>
          <ac:spMkLst>
            <pc:docMk/>
            <pc:sldMk cId="1624066507" sldId="256"/>
            <ac:spMk id="10" creationId="{A87D8AD4-DE19-3B75-5B0C-5DF7BC5F0C48}"/>
          </ac:spMkLst>
        </pc:spChg>
        <pc:grpChg chg="add mod">
          <ac:chgData name="Hogeon Seo" userId="6337c94fad0b8929" providerId="LiveId" clId="{18D30A94-7BA2-48FE-AC84-12B8C60A7EA7}" dt="2026-05-18T10:29:13.838" v="4"/>
          <ac:grpSpMkLst>
            <pc:docMk/>
            <pc:sldMk cId="1624066507" sldId="256"/>
            <ac:grpSpMk id="3" creationId="{F72D408F-0900-26AB-DE3A-9789FE8AF332}"/>
          </ac:grpSpMkLst>
        </pc:grpChg>
        <pc:picChg chg="add mod">
          <ac:chgData name="Hogeon Seo" userId="6337c94fad0b8929" providerId="LiveId" clId="{18D30A94-7BA2-48FE-AC84-12B8C60A7EA7}" dt="2026-05-18T10:29:13.838" v="4"/>
          <ac:picMkLst>
            <pc:docMk/>
            <pc:sldMk cId="1624066507" sldId="256"/>
            <ac:picMk id="2" creationId="{F2D04959-F7D0-0771-987A-587D0BEAD331}"/>
          </ac:picMkLst>
        </pc:picChg>
        <pc:picChg chg="del">
          <ac:chgData name="Hogeon Seo" userId="6337c94fad0b8929" providerId="LiveId" clId="{18D30A94-7BA2-48FE-AC84-12B8C60A7EA7}" dt="2026-05-18T10:29:13.696" v="3" actId="478"/>
          <ac:picMkLst>
            <pc:docMk/>
            <pc:sldMk cId="1624066507" sldId="256"/>
            <ac:picMk id="8" creationId="{34349E2A-2579-B447-45F6-3EE045A92202}"/>
          </ac:picMkLst>
        </pc:picChg>
        <pc:picChg chg="mod">
          <ac:chgData name="Hogeon Seo" userId="6337c94fad0b8929" providerId="LiveId" clId="{18D30A94-7BA2-48FE-AC84-12B8C60A7EA7}" dt="2026-05-18T10:29:13.838" v="4"/>
          <ac:picMkLst>
            <pc:docMk/>
            <pc:sldMk cId="1624066507" sldId="256"/>
            <ac:picMk id="9" creationId="{9AF8189C-01AD-C5BE-08E2-F3087CD522E0}"/>
          </ac:picMkLst>
        </pc:picChg>
        <pc:cxnChg chg="del">
          <ac:chgData name="Hogeon Seo" userId="6337c94fad0b8929" providerId="LiveId" clId="{18D30A94-7BA2-48FE-AC84-12B8C60A7EA7}" dt="2026-05-18T10:29:24.745" v="5" actId="21"/>
          <ac:cxnSpMkLst>
            <pc:docMk/>
            <pc:sldMk cId="1624066507" sldId="256"/>
            <ac:cxnSpMk id="7" creationId="{79CD6BD8-0436-A291-6BE7-002187D0B5C0}"/>
          </ac:cxnSpMkLst>
        </pc:cxnChg>
      </pc:sldChg>
      <pc:sldChg chg="modSp del mod">
        <pc:chgData name="Hogeon Seo" userId="6337c94fad0b8929" providerId="LiveId" clId="{18D30A94-7BA2-48FE-AC84-12B8C60A7EA7}" dt="2026-05-18T11:03:28.978" v="1513" actId="2696"/>
        <pc:sldMkLst>
          <pc:docMk/>
          <pc:sldMk cId="3075506028" sldId="257"/>
        </pc:sldMkLst>
        <pc:spChg chg="mod">
          <ac:chgData name="Hogeon Seo" userId="6337c94fad0b8929" providerId="LiveId" clId="{18D30A94-7BA2-48FE-AC84-12B8C60A7EA7}" dt="2026-05-18T10:46:35.606" v="586" actId="2711"/>
          <ac:spMkLst>
            <pc:docMk/>
            <pc:sldMk cId="3075506028" sldId="257"/>
            <ac:spMk id="2" creationId="{3ACFDD0B-63C3-FACA-2513-AF3E05780D9C}"/>
          </ac:spMkLst>
        </pc:spChg>
        <pc:spChg chg="mod">
          <ac:chgData name="Hogeon Seo" userId="6337c94fad0b8929" providerId="LiveId" clId="{18D30A94-7BA2-48FE-AC84-12B8C60A7EA7}" dt="2026-05-18T10:58:51.333" v="1362" actId="20577"/>
          <ac:spMkLst>
            <pc:docMk/>
            <pc:sldMk cId="3075506028" sldId="257"/>
            <ac:spMk id="3" creationId="{CCFAAAD7-2CD3-7160-D920-0CF0E8ADCB3C}"/>
          </ac:spMkLst>
        </pc:spChg>
      </pc:sldChg>
      <pc:sldChg chg="del">
        <pc:chgData name="Hogeon Seo" userId="6337c94fad0b8929" providerId="LiveId" clId="{18D30A94-7BA2-48FE-AC84-12B8C60A7EA7}" dt="2026-05-18T10:44:29.679" v="535" actId="2696"/>
        <pc:sldMkLst>
          <pc:docMk/>
          <pc:sldMk cId="3589575830" sldId="258"/>
        </pc:sldMkLst>
      </pc:sldChg>
      <pc:sldChg chg="del">
        <pc:chgData name="Hogeon Seo" userId="6337c94fad0b8929" providerId="LiveId" clId="{18D30A94-7BA2-48FE-AC84-12B8C60A7EA7}" dt="2026-05-18T10:44:29.679" v="535" actId="2696"/>
        <pc:sldMkLst>
          <pc:docMk/>
          <pc:sldMk cId="1117012856" sldId="260"/>
        </pc:sldMkLst>
      </pc:sldChg>
      <pc:sldChg chg="del">
        <pc:chgData name="Hogeon Seo" userId="6337c94fad0b8929" providerId="LiveId" clId="{18D30A94-7BA2-48FE-AC84-12B8C60A7EA7}" dt="2026-05-18T10:44:29.679" v="535" actId="2696"/>
        <pc:sldMkLst>
          <pc:docMk/>
          <pc:sldMk cId="2246653198" sldId="261"/>
        </pc:sldMkLst>
      </pc:sldChg>
      <pc:sldChg chg="del">
        <pc:chgData name="Hogeon Seo" userId="6337c94fad0b8929" providerId="LiveId" clId="{18D30A94-7BA2-48FE-AC84-12B8C60A7EA7}" dt="2026-05-18T10:44:29.679" v="535" actId="2696"/>
        <pc:sldMkLst>
          <pc:docMk/>
          <pc:sldMk cId="735343461" sldId="262"/>
        </pc:sldMkLst>
      </pc:sldChg>
      <pc:sldChg chg="del">
        <pc:chgData name="Hogeon Seo" userId="6337c94fad0b8929" providerId="LiveId" clId="{18D30A94-7BA2-48FE-AC84-12B8C60A7EA7}" dt="2026-05-18T10:44:29.679" v="535" actId="2696"/>
        <pc:sldMkLst>
          <pc:docMk/>
          <pc:sldMk cId="3539739217" sldId="263"/>
        </pc:sldMkLst>
      </pc:sldChg>
      <pc:sldChg chg="del">
        <pc:chgData name="Hogeon Seo" userId="6337c94fad0b8929" providerId="LiveId" clId="{18D30A94-7BA2-48FE-AC84-12B8C60A7EA7}" dt="2026-05-18T10:44:29.679" v="535" actId="2696"/>
        <pc:sldMkLst>
          <pc:docMk/>
          <pc:sldMk cId="3985572238" sldId="264"/>
        </pc:sldMkLst>
      </pc:sldChg>
      <pc:sldChg chg="del">
        <pc:chgData name="Hogeon Seo" userId="6337c94fad0b8929" providerId="LiveId" clId="{18D30A94-7BA2-48FE-AC84-12B8C60A7EA7}" dt="2026-05-18T10:44:29.679" v="535" actId="2696"/>
        <pc:sldMkLst>
          <pc:docMk/>
          <pc:sldMk cId="1439769359" sldId="265"/>
        </pc:sldMkLst>
      </pc:sldChg>
      <pc:sldChg chg="del">
        <pc:chgData name="Hogeon Seo" userId="6337c94fad0b8929" providerId="LiveId" clId="{18D30A94-7BA2-48FE-AC84-12B8C60A7EA7}" dt="2026-05-18T10:44:29.679" v="535" actId="2696"/>
        <pc:sldMkLst>
          <pc:docMk/>
          <pc:sldMk cId="4087446415" sldId="266"/>
        </pc:sldMkLst>
      </pc:sldChg>
      <pc:sldChg chg="del">
        <pc:chgData name="Hogeon Seo" userId="6337c94fad0b8929" providerId="LiveId" clId="{18D30A94-7BA2-48FE-AC84-12B8C60A7EA7}" dt="2026-05-18T10:44:29.679" v="535" actId="2696"/>
        <pc:sldMkLst>
          <pc:docMk/>
          <pc:sldMk cId="2216648833" sldId="267"/>
        </pc:sldMkLst>
      </pc:sldChg>
      <pc:sldChg chg="del">
        <pc:chgData name="Hogeon Seo" userId="6337c94fad0b8929" providerId="LiveId" clId="{18D30A94-7BA2-48FE-AC84-12B8C60A7EA7}" dt="2026-05-18T10:44:29.679" v="535" actId="2696"/>
        <pc:sldMkLst>
          <pc:docMk/>
          <pc:sldMk cId="2915879948" sldId="268"/>
        </pc:sldMkLst>
      </pc:sldChg>
      <pc:sldChg chg="del">
        <pc:chgData name="Hogeon Seo" userId="6337c94fad0b8929" providerId="LiveId" clId="{18D30A94-7BA2-48FE-AC84-12B8C60A7EA7}" dt="2026-05-18T10:44:29.679" v="535" actId="2696"/>
        <pc:sldMkLst>
          <pc:docMk/>
          <pc:sldMk cId="2154338380" sldId="269"/>
        </pc:sldMkLst>
      </pc:sldChg>
      <pc:sldChg chg="del">
        <pc:chgData name="Hogeon Seo" userId="6337c94fad0b8929" providerId="LiveId" clId="{18D30A94-7BA2-48FE-AC84-12B8C60A7EA7}" dt="2026-05-18T10:44:29.679" v="535" actId="2696"/>
        <pc:sldMkLst>
          <pc:docMk/>
          <pc:sldMk cId="3381341343" sldId="271"/>
        </pc:sldMkLst>
      </pc:sldChg>
      <pc:sldChg chg="del">
        <pc:chgData name="Hogeon Seo" userId="6337c94fad0b8929" providerId="LiveId" clId="{18D30A94-7BA2-48FE-AC84-12B8C60A7EA7}" dt="2026-05-18T10:44:29.679" v="535" actId="2696"/>
        <pc:sldMkLst>
          <pc:docMk/>
          <pc:sldMk cId="720668235" sldId="272"/>
        </pc:sldMkLst>
      </pc:sldChg>
      <pc:sldChg chg="addSp modSp del">
        <pc:chgData name="Hogeon Seo" userId="6337c94fad0b8929" providerId="LiveId" clId="{18D30A94-7BA2-48FE-AC84-12B8C60A7EA7}" dt="2026-05-18T10:44:29.679" v="535" actId="2696"/>
        <pc:sldMkLst>
          <pc:docMk/>
          <pc:sldMk cId="3734390433" sldId="273"/>
        </pc:sldMkLst>
        <pc:spChg chg="add mod">
          <ac:chgData name="Hogeon Seo" userId="6337c94fad0b8929" providerId="LiveId" clId="{18D30A94-7BA2-48FE-AC84-12B8C60A7EA7}" dt="2026-05-18T10:44:14.142" v="507"/>
          <ac:spMkLst>
            <pc:docMk/>
            <pc:sldMk cId="3734390433" sldId="273"/>
            <ac:spMk id="4" creationId="{2534F819-F8EE-EFAA-9FE6-8B4E6CC8A117}"/>
          </ac:spMkLst>
        </pc:spChg>
      </pc:sldChg>
      <pc:sldChg chg="del">
        <pc:chgData name="Hogeon Seo" userId="6337c94fad0b8929" providerId="LiveId" clId="{18D30A94-7BA2-48FE-AC84-12B8C60A7EA7}" dt="2026-05-18T10:44:29.679" v="535" actId="2696"/>
        <pc:sldMkLst>
          <pc:docMk/>
          <pc:sldMk cId="1038430810" sldId="274"/>
        </pc:sldMkLst>
      </pc:sldChg>
      <pc:sldChg chg="del">
        <pc:chgData name="Hogeon Seo" userId="6337c94fad0b8929" providerId="LiveId" clId="{18D30A94-7BA2-48FE-AC84-12B8C60A7EA7}" dt="2026-05-18T10:44:29.679" v="535" actId="2696"/>
        <pc:sldMkLst>
          <pc:docMk/>
          <pc:sldMk cId="2873697609" sldId="275"/>
        </pc:sldMkLst>
      </pc:sldChg>
      <pc:sldChg chg="del">
        <pc:chgData name="Hogeon Seo" userId="6337c94fad0b8929" providerId="LiveId" clId="{18D30A94-7BA2-48FE-AC84-12B8C60A7EA7}" dt="2026-05-18T10:44:29.679" v="535" actId="2696"/>
        <pc:sldMkLst>
          <pc:docMk/>
          <pc:sldMk cId="2613486142" sldId="276"/>
        </pc:sldMkLst>
      </pc:sldChg>
      <pc:sldChg chg="del">
        <pc:chgData name="Hogeon Seo" userId="6337c94fad0b8929" providerId="LiveId" clId="{18D30A94-7BA2-48FE-AC84-12B8C60A7EA7}" dt="2026-05-18T10:44:29.679" v="535" actId="2696"/>
        <pc:sldMkLst>
          <pc:docMk/>
          <pc:sldMk cId="592356662" sldId="277"/>
        </pc:sldMkLst>
      </pc:sldChg>
      <pc:sldChg chg="del">
        <pc:chgData name="Hogeon Seo" userId="6337c94fad0b8929" providerId="LiveId" clId="{18D30A94-7BA2-48FE-AC84-12B8C60A7EA7}" dt="2026-05-18T10:44:29.679" v="535" actId="2696"/>
        <pc:sldMkLst>
          <pc:docMk/>
          <pc:sldMk cId="2904292031" sldId="278"/>
        </pc:sldMkLst>
      </pc:sldChg>
      <pc:sldChg chg="del">
        <pc:chgData name="Hogeon Seo" userId="6337c94fad0b8929" providerId="LiveId" clId="{18D30A94-7BA2-48FE-AC84-12B8C60A7EA7}" dt="2026-05-18T10:44:29.679" v="535" actId="2696"/>
        <pc:sldMkLst>
          <pc:docMk/>
          <pc:sldMk cId="3940466021" sldId="279"/>
        </pc:sldMkLst>
      </pc:sldChg>
      <pc:sldChg chg="addSp delSp modSp add mod modAnim">
        <pc:chgData name="Hogeon Seo" userId="6337c94fad0b8929" providerId="LiveId" clId="{18D30A94-7BA2-48FE-AC84-12B8C60A7EA7}" dt="2026-05-18T10:57:43.572" v="1278" actId="20577"/>
        <pc:sldMkLst>
          <pc:docMk/>
          <pc:sldMk cId="1862468247" sldId="982"/>
        </pc:sldMkLst>
        <pc:spChg chg="add mod">
          <ac:chgData name="Hogeon Seo" userId="6337c94fad0b8929" providerId="LiveId" clId="{18D30A94-7BA2-48FE-AC84-12B8C60A7EA7}" dt="2026-05-18T10:50:49.248" v="873" actId="1076"/>
          <ac:spMkLst>
            <pc:docMk/>
            <pc:sldMk cId="1862468247" sldId="982"/>
            <ac:spMk id="2" creationId="{79FCD737-81A3-29E7-98A8-774C9AA8DF9E}"/>
          </ac:spMkLst>
        </pc:spChg>
        <pc:spChg chg="mod">
          <ac:chgData name="Hogeon Seo" userId="6337c94fad0b8929" providerId="LiveId" clId="{18D30A94-7BA2-48FE-AC84-12B8C60A7EA7}" dt="2026-05-18T10:50:44.998" v="872" actId="1076"/>
          <ac:spMkLst>
            <pc:docMk/>
            <pc:sldMk cId="1862468247" sldId="982"/>
            <ac:spMk id="4" creationId="{054E678A-3CFF-AAB8-EED1-B8FAD613B964}"/>
          </ac:spMkLst>
        </pc:spChg>
        <pc:spChg chg="mod">
          <ac:chgData name="Hogeon Seo" userId="6337c94fad0b8929" providerId="LiveId" clId="{18D30A94-7BA2-48FE-AC84-12B8C60A7EA7}" dt="2026-05-18T10:37:11.964" v="208" actId="2711"/>
          <ac:spMkLst>
            <pc:docMk/>
            <pc:sldMk cId="1862468247" sldId="982"/>
            <ac:spMk id="6" creationId="{15AF386F-F737-33B5-D984-77E44438C31E}"/>
          </ac:spMkLst>
        </pc:spChg>
        <pc:spChg chg="mod">
          <ac:chgData name="Hogeon Seo" userId="6337c94fad0b8929" providerId="LiveId" clId="{18D30A94-7BA2-48FE-AC84-12B8C60A7EA7}" dt="2026-05-18T10:39:06.818" v="411" actId="1076"/>
          <ac:spMkLst>
            <pc:docMk/>
            <pc:sldMk cId="1862468247" sldId="982"/>
            <ac:spMk id="8" creationId="{E3FAB151-5687-2BA6-3AA0-6720F499E394}"/>
          </ac:spMkLst>
        </pc:spChg>
        <pc:spChg chg="del">
          <ac:chgData name="Hogeon Seo" userId="6337c94fad0b8929" providerId="LiveId" clId="{18D30A94-7BA2-48FE-AC84-12B8C60A7EA7}" dt="2026-05-18T10:56:05.144" v="1164" actId="21"/>
          <ac:spMkLst>
            <pc:docMk/>
            <pc:sldMk cId="1862468247" sldId="982"/>
            <ac:spMk id="15" creationId="{BFF9BE3A-63C7-A0F0-B58E-124D3074FA92}"/>
          </ac:spMkLst>
        </pc:spChg>
        <pc:spChg chg="add del mod">
          <ac:chgData name="Hogeon Seo" userId="6337c94fad0b8929" providerId="LiveId" clId="{18D30A94-7BA2-48FE-AC84-12B8C60A7EA7}" dt="2026-05-18T10:47:46.403" v="681" actId="21"/>
          <ac:spMkLst>
            <pc:docMk/>
            <pc:sldMk cId="1862468247" sldId="982"/>
            <ac:spMk id="18" creationId="{9B8F235C-3E22-8954-C53F-0AD224A4D7AA}"/>
          </ac:spMkLst>
        </pc:spChg>
        <pc:spChg chg="add del mod">
          <ac:chgData name="Hogeon Seo" userId="6337c94fad0b8929" providerId="LiveId" clId="{18D30A94-7BA2-48FE-AC84-12B8C60A7EA7}" dt="2026-05-18T10:47:46.403" v="681" actId="21"/>
          <ac:spMkLst>
            <pc:docMk/>
            <pc:sldMk cId="1862468247" sldId="982"/>
            <ac:spMk id="19" creationId="{314FA3B7-3120-7588-CF71-BEA6CB3D23F9}"/>
          </ac:spMkLst>
        </pc:spChg>
        <pc:spChg chg="add del mod">
          <ac:chgData name="Hogeon Seo" userId="6337c94fad0b8929" providerId="LiveId" clId="{18D30A94-7BA2-48FE-AC84-12B8C60A7EA7}" dt="2026-05-18T10:47:46.403" v="681" actId="21"/>
          <ac:spMkLst>
            <pc:docMk/>
            <pc:sldMk cId="1862468247" sldId="982"/>
            <ac:spMk id="20" creationId="{EED41FCC-906D-82F9-2769-37432AFAAD59}"/>
          </ac:spMkLst>
        </pc:spChg>
        <pc:spChg chg="add del mod">
          <ac:chgData name="Hogeon Seo" userId="6337c94fad0b8929" providerId="LiveId" clId="{18D30A94-7BA2-48FE-AC84-12B8C60A7EA7}" dt="2026-05-18T10:47:46.403" v="681" actId="21"/>
          <ac:spMkLst>
            <pc:docMk/>
            <pc:sldMk cId="1862468247" sldId="982"/>
            <ac:spMk id="22" creationId="{B805E653-9BB8-2C0C-D22B-C8F4455692EF}"/>
          </ac:spMkLst>
        </pc:spChg>
        <pc:spChg chg="add del mod">
          <ac:chgData name="Hogeon Seo" userId="6337c94fad0b8929" providerId="LiveId" clId="{18D30A94-7BA2-48FE-AC84-12B8C60A7EA7}" dt="2026-05-18T10:47:46.403" v="681" actId="21"/>
          <ac:spMkLst>
            <pc:docMk/>
            <pc:sldMk cId="1862468247" sldId="982"/>
            <ac:spMk id="23" creationId="{9B127DDE-E42B-D343-AE07-A1AEF9336562}"/>
          </ac:spMkLst>
        </pc:spChg>
        <pc:spChg chg="mod">
          <ac:chgData name="Hogeon Seo" userId="6337c94fad0b8929" providerId="LiveId" clId="{18D30A94-7BA2-48FE-AC84-12B8C60A7EA7}" dt="2026-05-18T10:39:06.818" v="411" actId="1076"/>
          <ac:spMkLst>
            <pc:docMk/>
            <pc:sldMk cId="1862468247" sldId="982"/>
            <ac:spMk id="30" creationId="{CBFEACB8-1F3C-7AE6-B436-BF6A0EB3A3E2}"/>
          </ac:spMkLst>
        </pc:spChg>
        <pc:spChg chg="mod">
          <ac:chgData name="Hogeon Seo" userId="6337c94fad0b8929" providerId="LiveId" clId="{18D30A94-7BA2-48FE-AC84-12B8C60A7EA7}" dt="2026-05-18T10:39:06.818" v="411" actId="1076"/>
          <ac:spMkLst>
            <pc:docMk/>
            <pc:sldMk cId="1862468247" sldId="982"/>
            <ac:spMk id="32" creationId="{3AC20105-6A0E-EFED-6B59-4F9363C7EC2C}"/>
          </ac:spMkLst>
        </pc:spChg>
        <pc:spChg chg="add mod">
          <ac:chgData name="Hogeon Seo" userId="6337c94fad0b8929" providerId="LiveId" clId="{18D30A94-7BA2-48FE-AC84-12B8C60A7EA7}" dt="2026-05-18T10:57:43.572" v="1278" actId="20577"/>
          <ac:spMkLst>
            <pc:docMk/>
            <pc:sldMk cId="1862468247" sldId="982"/>
            <ac:spMk id="34" creationId="{B92A8E0C-1EF3-1C50-B4D6-002C9247FD09}"/>
          </ac:spMkLst>
        </pc:spChg>
        <pc:spChg chg="mod">
          <ac:chgData name="Hogeon Seo" userId="6337c94fad0b8929" providerId="LiveId" clId="{18D30A94-7BA2-48FE-AC84-12B8C60A7EA7}" dt="2026-05-18T10:39:06.818" v="411" actId="1076"/>
          <ac:spMkLst>
            <pc:docMk/>
            <pc:sldMk cId="1862468247" sldId="982"/>
            <ac:spMk id="35" creationId="{8BD867A1-BA83-2BFD-1FF0-81BB941BF85D}"/>
          </ac:spMkLst>
        </pc:spChg>
        <pc:spChg chg="mod">
          <ac:chgData name="Hogeon Seo" userId="6337c94fad0b8929" providerId="LiveId" clId="{18D30A94-7BA2-48FE-AC84-12B8C60A7EA7}" dt="2026-05-18T10:39:06.818" v="411" actId="1076"/>
          <ac:spMkLst>
            <pc:docMk/>
            <pc:sldMk cId="1862468247" sldId="982"/>
            <ac:spMk id="37" creationId="{33038E9F-8FE7-D03F-828A-41669731CCAA}"/>
          </ac:spMkLst>
        </pc:spChg>
        <pc:spChg chg="mod">
          <ac:chgData name="Hogeon Seo" userId="6337c94fad0b8929" providerId="LiveId" clId="{18D30A94-7BA2-48FE-AC84-12B8C60A7EA7}" dt="2026-05-18T10:39:06.818" v="411" actId="1076"/>
          <ac:spMkLst>
            <pc:docMk/>
            <pc:sldMk cId="1862468247" sldId="982"/>
            <ac:spMk id="39" creationId="{93EE1376-DCC9-84A4-465B-F2227FF00E8A}"/>
          </ac:spMkLst>
        </pc:spChg>
        <pc:spChg chg="add mod">
          <ac:chgData name="Hogeon Seo" userId="6337c94fad0b8929" providerId="LiveId" clId="{18D30A94-7BA2-48FE-AC84-12B8C60A7EA7}" dt="2026-05-18T10:47:18.823" v="644" actId="571"/>
          <ac:spMkLst>
            <pc:docMk/>
            <pc:sldMk cId="1862468247" sldId="982"/>
            <ac:spMk id="40" creationId="{05AA9833-6C7B-22BD-9268-8708688352EF}"/>
          </ac:spMkLst>
        </pc:spChg>
        <pc:spChg chg="add del mod">
          <ac:chgData name="Hogeon Seo" userId="6337c94fad0b8929" providerId="LiveId" clId="{18D30A94-7BA2-48FE-AC84-12B8C60A7EA7}" dt="2026-05-18T10:49:51.460" v="809" actId="21"/>
          <ac:spMkLst>
            <pc:docMk/>
            <pc:sldMk cId="1862468247" sldId="982"/>
            <ac:spMk id="41" creationId="{049CB4A5-2F68-C9B9-AE6B-2AB675F5A3AF}"/>
          </ac:spMkLst>
        </pc:spChg>
        <pc:spChg chg="mod">
          <ac:chgData name="Hogeon Seo" userId="6337c94fad0b8929" providerId="LiveId" clId="{18D30A94-7BA2-48FE-AC84-12B8C60A7EA7}" dt="2026-05-18T10:39:06.818" v="411" actId="1076"/>
          <ac:spMkLst>
            <pc:docMk/>
            <pc:sldMk cId="1862468247" sldId="982"/>
            <ac:spMk id="43" creationId="{7EB02B66-4AA0-07F2-39DF-39111A219F73}"/>
          </ac:spMkLst>
        </pc:spChg>
        <pc:spChg chg="add mod">
          <ac:chgData name="Hogeon Seo" userId="6337c94fad0b8929" providerId="LiveId" clId="{18D30A94-7BA2-48FE-AC84-12B8C60A7EA7}" dt="2026-05-18T10:56:16.576" v="1186" actId="20577"/>
          <ac:spMkLst>
            <pc:docMk/>
            <pc:sldMk cId="1862468247" sldId="982"/>
            <ac:spMk id="44" creationId="{BF99C456-FC25-0006-7A43-FC6428A4521A}"/>
          </ac:spMkLst>
        </pc:spChg>
        <pc:spChg chg="add mod">
          <ac:chgData name="Hogeon Seo" userId="6337c94fad0b8929" providerId="LiveId" clId="{18D30A94-7BA2-48FE-AC84-12B8C60A7EA7}" dt="2026-05-18T10:55:56.795" v="1160"/>
          <ac:spMkLst>
            <pc:docMk/>
            <pc:sldMk cId="1862468247" sldId="982"/>
            <ac:spMk id="46" creationId="{FE783135-A5CE-E33D-0F56-8A6C7AF0F064}"/>
          </ac:spMkLst>
        </pc:spChg>
        <pc:grpChg chg="del">
          <ac:chgData name="Hogeon Seo" userId="6337c94fad0b8929" providerId="LiveId" clId="{18D30A94-7BA2-48FE-AC84-12B8C60A7EA7}" dt="2026-05-18T10:39:07.026" v="412" actId="21"/>
          <ac:grpSpMkLst>
            <pc:docMk/>
            <pc:sldMk cId="1862468247" sldId="982"/>
            <ac:grpSpMk id="5" creationId="{19439AC5-53EA-D5E7-F8E9-C8ABE0C84468}"/>
          </ac:grpSpMkLst>
        </pc:grpChg>
        <pc:picChg chg="del mod">
          <ac:chgData name="Hogeon Seo" userId="6337c94fad0b8929" providerId="LiveId" clId="{18D30A94-7BA2-48FE-AC84-12B8C60A7EA7}" dt="2026-05-18T10:39:07.026" v="412" actId="21"/>
          <ac:picMkLst>
            <pc:docMk/>
            <pc:sldMk cId="1862468247" sldId="982"/>
            <ac:picMk id="3" creationId="{232D43C4-C961-D445-0DA4-2C4821E13BA2}"/>
          </ac:picMkLst>
        </pc:picChg>
        <pc:picChg chg="add del mod">
          <ac:chgData name="Hogeon Seo" userId="6337c94fad0b8929" providerId="LiveId" clId="{18D30A94-7BA2-48FE-AC84-12B8C60A7EA7}" dt="2026-05-18T10:47:46.403" v="681" actId="21"/>
          <ac:picMkLst>
            <pc:docMk/>
            <pc:sldMk cId="1862468247" sldId="982"/>
            <ac:picMk id="7" creationId="{91B507F8-1F56-F3BA-6795-3201E885DFF7}"/>
          </ac:picMkLst>
        </pc:picChg>
        <pc:picChg chg="add del mod">
          <ac:chgData name="Hogeon Seo" userId="6337c94fad0b8929" providerId="LiveId" clId="{18D30A94-7BA2-48FE-AC84-12B8C60A7EA7}" dt="2026-05-18T10:47:46.403" v="681" actId="21"/>
          <ac:picMkLst>
            <pc:docMk/>
            <pc:sldMk cId="1862468247" sldId="982"/>
            <ac:picMk id="13" creationId="{BDEE7AD7-92F6-005E-C4A8-C6C2E30A71A6}"/>
          </ac:picMkLst>
        </pc:picChg>
        <pc:picChg chg="add del mod">
          <ac:chgData name="Hogeon Seo" userId="6337c94fad0b8929" providerId="LiveId" clId="{18D30A94-7BA2-48FE-AC84-12B8C60A7EA7}" dt="2026-05-18T10:47:46.403" v="681" actId="21"/>
          <ac:picMkLst>
            <pc:docMk/>
            <pc:sldMk cId="1862468247" sldId="982"/>
            <ac:picMk id="17" creationId="{FF984D3E-15AA-39D0-731F-FBCD1BF0E66F}"/>
          </ac:picMkLst>
        </pc:picChg>
        <pc:picChg chg="add del mod">
          <ac:chgData name="Hogeon Seo" userId="6337c94fad0b8929" providerId="LiveId" clId="{18D30A94-7BA2-48FE-AC84-12B8C60A7EA7}" dt="2026-05-18T10:47:46.403" v="681" actId="21"/>
          <ac:picMkLst>
            <pc:docMk/>
            <pc:sldMk cId="1862468247" sldId="982"/>
            <ac:picMk id="24" creationId="{31D43274-B90A-2941-819B-5806544A15A4}"/>
          </ac:picMkLst>
        </pc:picChg>
        <pc:picChg chg="mod">
          <ac:chgData name="Hogeon Seo" userId="6337c94fad0b8929" providerId="LiveId" clId="{18D30A94-7BA2-48FE-AC84-12B8C60A7EA7}" dt="2026-05-18T10:39:06.818" v="411" actId="1076"/>
          <ac:picMkLst>
            <pc:docMk/>
            <pc:sldMk cId="1862468247" sldId="982"/>
            <ac:picMk id="31" creationId="{3F927E53-DEE9-A8B7-3F35-C18BA6D46A88}"/>
          </ac:picMkLst>
        </pc:picChg>
        <pc:picChg chg="mod">
          <ac:chgData name="Hogeon Seo" userId="6337c94fad0b8929" providerId="LiveId" clId="{18D30A94-7BA2-48FE-AC84-12B8C60A7EA7}" dt="2026-05-18T10:39:06.818" v="411" actId="1076"/>
          <ac:picMkLst>
            <pc:docMk/>
            <pc:sldMk cId="1862468247" sldId="982"/>
            <ac:picMk id="38" creationId="{4DBABE50-12E9-A48B-16C2-F507B9A789DF}"/>
          </ac:picMkLst>
        </pc:picChg>
        <pc:picChg chg="del">
          <ac:chgData name="Hogeon Seo" userId="6337c94fad0b8929" providerId="LiveId" clId="{18D30A94-7BA2-48FE-AC84-12B8C60A7EA7}" dt="2026-05-18T10:39:07.026" v="412" actId="21"/>
          <ac:picMkLst>
            <pc:docMk/>
            <pc:sldMk cId="1862468247" sldId="982"/>
            <ac:picMk id="111" creationId="{0B8933DE-C2EA-F065-332D-514793196AAB}"/>
          </ac:picMkLst>
        </pc:picChg>
      </pc:sldChg>
      <pc:sldChg chg="addSp delSp modSp add mod modAnim">
        <pc:chgData name="Hogeon Seo" userId="6337c94fad0b8929" providerId="LiveId" clId="{18D30A94-7BA2-48FE-AC84-12B8C60A7EA7}" dt="2026-05-18T10:57:41.704" v="1277" actId="20577"/>
        <pc:sldMkLst>
          <pc:docMk/>
          <pc:sldMk cId="3871089387" sldId="983"/>
        </pc:sldMkLst>
        <pc:spChg chg="add mod">
          <ac:chgData name="Hogeon Seo" userId="6337c94fad0b8929" providerId="LiveId" clId="{18D30A94-7BA2-48FE-AC84-12B8C60A7EA7}" dt="2026-05-18T10:57:41.704" v="1277" actId="20577"/>
          <ac:spMkLst>
            <pc:docMk/>
            <pc:sldMk cId="3871089387" sldId="983"/>
            <ac:spMk id="2" creationId="{E11CC005-C0A7-E6D5-88C0-7E9AA1590B6B}"/>
          </ac:spMkLst>
        </pc:spChg>
        <pc:spChg chg="del">
          <ac:chgData name="Hogeon Seo" userId="6337c94fad0b8929" providerId="LiveId" clId="{18D30A94-7BA2-48FE-AC84-12B8C60A7EA7}" dt="2026-05-18T10:43:46.881" v="498" actId="21"/>
          <ac:spMkLst>
            <pc:docMk/>
            <pc:sldMk cId="3871089387" sldId="983"/>
            <ac:spMk id="4" creationId="{0591E392-75DC-2E5E-8927-303EA3366F30}"/>
          </ac:spMkLst>
        </pc:spChg>
        <pc:spChg chg="mod">
          <ac:chgData name="Hogeon Seo" userId="6337c94fad0b8929" providerId="LiveId" clId="{18D30A94-7BA2-48FE-AC84-12B8C60A7EA7}" dt="2026-05-18T10:37:39.116" v="282" actId="20577"/>
          <ac:spMkLst>
            <pc:docMk/>
            <pc:sldMk cId="3871089387" sldId="983"/>
            <ac:spMk id="6" creationId="{472A96DD-3510-3465-3F80-639709D75532}"/>
          </ac:spMkLst>
        </pc:spChg>
        <pc:spChg chg="add mod">
          <ac:chgData name="Hogeon Seo" userId="6337c94fad0b8929" providerId="LiveId" clId="{18D30A94-7BA2-48FE-AC84-12B8C60A7EA7}" dt="2026-05-18T10:55:20.247" v="1158" actId="2711"/>
          <ac:spMkLst>
            <pc:docMk/>
            <pc:sldMk cId="3871089387" sldId="983"/>
            <ac:spMk id="7" creationId="{04BF06A5-D2D6-3D91-C277-93C7D20DA670}"/>
          </ac:spMkLst>
        </pc:spChg>
        <pc:spChg chg="add mod">
          <ac:chgData name="Hogeon Seo" userId="6337c94fad0b8929" providerId="LiveId" clId="{18D30A94-7BA2-48FE-AC84-12B8C60A7EA7}" dt="2026-05-18T10:55:18.810" v="1157" actId="2711"/>
          <ac:spMkLst>
            <pc:docMk/>
            <pc:sldMk cId="3871089387" sldId="983"/>
            <ac:spMk id="13" creationId="{AAA9319A-B3A1-BFD8-43A5-900E6CD73735}"/>
          </ac:spMkLst>
        </pc:spChg>
        <pc:spChg chg="del">
          <ac:chgData name="Hogeon Seo" userId="6337c94fad0b8929" providerId="LiveId" clId="{18D30A94-7BA2-48FE-AC84-12B8C60A7EA7}" dt="2026-05-18T10:56:26.455" v="1187" actId="478"/>
          <ac:spMkLst>
            <pc:docMk/>
            <pc:sldMk cId="3871089387" sldId="983"/>
            <ac:spMk id="15" creationId="{FFC1D336-25C8-52B0-3FDB-75ED2724E740}"/>
          </ac:spMkLst>
        </pc:spChg>
        <pc:spChg chg="add mod">
          <ac:chgData name="Hogeon Seo" userId="6337c94fad0b8929" providerId="LiveId" clId="{18D30A94-7BA2-48FE-AC84-12B8C60A7EA7}" dt="2026-05-18T10:55:16.538" v="1156" actId="2711"/>
          <ac:spMkLst>
            <pc:docMk/>
            <pc:sldMk cId="3871089387" sldId="983"/>
            <ac:spMk id="17" creationId="{BF879917-37A5-B62E-EB4E-E75E45CE8A8C}"/>
          </ac:spMkLst>
        </pc:spChg>
        <pc:spChg chg="add mod">
          <ac:chgData name="Hogeon Seo" userId="6337c94fad0b8929" providerId="LiveId" clId="{18D30A94-7BA2-48FE-AC84-12B8C60A7EA7}" dt="2026-05-18T10:55:58.363" v="1161"/>
          <ac:spMkLst>
            <pc:docMk/>
            <pc:sldMk cId="3871089387" sldId="983"/>
            <ac:spMk id="18" creationId="{BECACE85-2CAD-4568-93D8-62823818634D}"/>
          </ac:spMkLst>
        </pc:spChg>
        <pc:spChg chg="add mod">
          <ac:chgData name="Hogeon Seo" userId="6337c94fad0b8929" providerId="LiveId" clId="{18D30A94-7BA2-48FE-AC84-12B8C60A7EA7}" dt="2026-05-18T10:56:26.687" v="1188"/>
          <ac:spMkLst>
            <pc:docMk/>
            <pc:sldMk cId="3871089387" sldId="983"/>
            <ac:spMk id="19" creationId="{C1E03B7B-BC15-F196-4CA1-6FA728C5A3DB}"/>
          </ac:spMkLst>
        </pc:spChg>
        <pc:grpChg chg="del">
          <ac:chgData name="Hogeon Seo" userId="6337c94fad0b8929" providerId="LiveId" clId="{18D30A94-7BA2-48FE-AC84-12B8C60A7EA7}" dt="2026-05-18T10:43:46.881" v="498" actId="21"/>
          <ac:grpSpMkLst>
            <pc:docMk/>
            <pc:sldMk cId="3871089387" sldId="983"/>
            <ac:grpSpMk id="5" creationId="{7A378799-33F6-2CD0-389C-2D3552B5760B}"/>
          </ac:grpSpMkLst>
        </pc:grpChg>
        <pc:picChg chg="del">
          <ac:chgData name="Hogeon Seo" userId="6337c94fad0b8929" providerId="LiveId" clId="{18D30A94-7BA2-48FE-AC84-12B8C60A7EA7}" dt="2026-05-18T10:43:46.881" v="498" actId="21"/>
          <ac:picMkLst>
            <pc:docMk/>
            <pc:sldMk cId="3871089387" sldId="983"/>
            <ac:picMk id="3" creationId="{467D4104-401F-87C3-CE15-A632D7811EDC}"/>
          </ac:picMkLst>
        </pc:picChg>
        <pc:picChg chg="del">
          <ac:chgData name="Hogeon Seo" userId="6337c94fad0b8929" providerId="LiveId" clId="{18D30A94-7BA2-48FE-AC84-12B8C60A7EA7}" dt="2026-05-18T10:43:46.881" v="498" actId="21"/>
          <ac:picMkLst>
            <pc:docMk/>
            <pc:sldMk cId="3871089387" sldId="983"/>
            <ac:picMk id="111" creationId="{8951965D-7B22-79BA-96C3-67B7C840B337}"/>
          </ac:picMkLst>
        </pc:picChg>
      </pc:sldChg>
      <pc:sldChg chg="addSp delSp modSp add mod modAnim">
        <pc:chgData name="Hogeon Seo" userId="6337c94fad0b8929" providerId="LiveId" clId="{18D30A94-7BA2-48FE-AC84-12B8C60A7EA7}" dt="2026-05-18T10:57:41.568" v="1276" actId="20577"/>
        <pc:sldMkLst>
          <pc:docMk/>
          <pc:sldMk cId="4166234123" sldId="984"/>
        </pc:sldMkLst>
        <pc:spChg chg="add mod">
          <ac:chgData name="Hogeon Seo" userId="6337c94fad0b8929" providerId="LiveId" clId="{18D30A94-7BA2-48FE-AC84-12B8C60A7EA7}" dt="2026-05-18T10:57:41.568" v="1276" actId="20577"/>
          <ac:spMkLst>
            <pc:docMk/>
            <pc:sldMk cId="4166234123" sldId="984"/>
            <ac:spMk id="2" creationId="{9F982547-E2DE-260B-E7D9-302F5EF7E046}"/>
          </ac:spMkLst>
        </pc:spChg>
        <pc:spChg chg="del">
          <ac:chgData name="Hogeon Seo" userId="6337c94fad0b8929" providerId="LiveId" clId="{18D30A94-7BA2-48FE-AC84-12B8C60A7EA7}" dt="2026-05-18T10:43:48.409" v="499" actId="21"/>
          <ac:spMkLst>
            <pc:docMk/>
            <pc:sldMk cId="4166234123" sldId="984"/>
            <ac:spMk id="4" creationId="{B328A376-AD18-FCD2-05D4-BD51AF5FBB4B}"/>
          </ac:spMkLst>
        </pc:spChg>
        <pc:spChg chg="mod">
          <ac:chgData name="Hogeon Seo" userId="6337c94fad0b8929" providerId="LiveId" clId="{18D30A94-7BA2-48FE-AC84-12B8C60A7EA7}" dt="2026-05-18T10:38:21.275" v="409" actId="20577"/>
          <ac:spMkLst>
            <pc:docMk/>
            <pc:sldMk cId="4166234123" sldId="984"/>
            <ac:spMk id="6" creationId="{6FF87216-A0F0-8BA5-F81D-F1E4A6980066}"/>
          </ac:spMkLst>
        </pc:spChg>
        <pc:spChg chg="add mod">
          <ac:chgData name="Hogeon Seo" userId="6337c94fad0b8929" providerId="LiveId" clId="{18D30A94-7BA2-48FE-AC84-12B8C60A7EA7}" dt="2026-05-18T10:50:14.743" v="841" actId="20577"/>
          <ac:spMkLst>
            <pc:docMk/>
            <pc:sldMk cId="4166234123" sldId="984"/>
            <ac:spMk id="7" creationId="{52D2F826-D536-AD8C-6B6F-C38DA91F6407}"/>
          </ac:spMkLst>
        </pc:spChg>
        <pc:spChg chg="add mod">
          <ac:chgData name="Hogeon Seo" userId="6337c94fad0b8929" providerId="LiveId" clId="{18D30A94-7BA2-48FE-AC84-12B8C60A7EA7}" dt="2026-05-18T10:50:53.614" v="876" actId="1076"/>
          <ac:spMkLst>
            <pc:docMk/>
            <pc:sldMk cId="4166234123" sldId="984"/>
            <ac:spMk id="13" creationId="{C5300B1E-2BFF-D553-3BFD-61D908C54AA1}"/>
          </ac:spMkLst>
        </pc:spChg>
        <pc:spChg chg="del">
          <ac:chgData name="Hogeon Seo" userId="6337c94fad0b8929" providerId="LiveId" clId="{18D30A94-7BA2-48FE-AC84-12B8C60A7EA7}" dt="2026-05-18T10:56:29.142" v="1189" actId="478"/>
          <ac:spMkLst>
            <pc:docMk/>
            <pc:sldMk cId="4166234123" sldId="984"/>
            <ac:spMk id="15" creationId="{7AE8E297-2969-9462-3865-F4185EA2B45C}"/>
          </ac:spMkLst>
        </pc:spChg>
        <pc:spChg chg="add del mod">
          <ac:chgData name="Hogeon Seo" userId="6337c94fad0b8929" providerId="LiveId" clId="{18D30A94-7BA2-48FE-AC84-12B8C60A7EA7}" dt="2026-05-18T10:50:36.290" v="869" actId="21"/>
          <ac:spMkLst>
            <pc:docMk/>
            <pc:sldMk cId="4166234123" sldId="984"/>
            <ac:spMk id="17" creationId="{8DD9F49F-D3D8-EF58-3EA1-9DF157E0A4AA}"/>
          </ac:spMkLst>
        </pc:spChg>
        <pc:spChg chg="add del mod">
          <ac:chgData name="Hogeon Seo" userId="6337c94fad0b8929" providerId="LiveId" clId="{18D30A94-7BA2-48FE-AC84-12B8C60A7EA7}" dt="2026-05-18T10:50:54.610" v="877" actId="21"/>
          <ac:spMkLst>
            <pc:docMk/>
            <pc:sldMk cId="4166234123" sldId="984"/>
            <ac:spMk id="18" creationId="{F0AC5254-E24C-5EF9-0AED-D4135EDD5C42}"/>
          </ac:spMkLst>
        </pc:spChg>
        <pc:spChg chg="add mod">
          <ac:chgData name="Hogeon Seo" userId="6337c94fad0b8929" providerId="LiveId" clId="{18D30A94-7BA2-48FE-AC84-12B8C60A7EA7}" dt="2026-05-18T10:55:59.095" v="1162"/>
          <ac:spMkLst>
            <pc:docMk/>
            <pc:sldMk cId="4166234123" sldId="984"/>
            <ac:spMk id="19" creationId="{408FC57C-66E6-3C17-3E96-29B7BDFDB092}"/>
          </ac:spMkLst>
        </pc:spChg>
        <pc:spChg chg="add mod">
          <ac:chgData name="Hogeon Seo" userId="6337c94fad0b8929" providerId="LiveId" clId="{18D30A94-7BA2-48FE-AC84-12B8C60A7EA7}" dt="2026-05-18T10:56:29.481" v="1190"/>
          <ac:spMkLst>
            <pc:docMk/>
            <pc:sldMk cId="4166234123" sldId="984"/>
            <ac:spMk id="20" creationId="{952AE195-6ECF-3EC9-5DBA-BBD4DE29A4EA}"/>
          </ac:spMkLst>
        </pc:spChg>
        <pc:grpChg chg="del">
          <ac:chgData name="Hogeon Seo" userId="6337c94fad0b8929" providerId="LiveId" clId="{18D30A94-7BA2-48FE-AC84-12B8C60A7EA7}" dt="2026-05-18T10:43:48.409" v="499" actId="21"/>
          <ac:grpSpMkLst>
            <pc:docMk/>
            <pc:sldMk cId="4166234123" sldId="984"/>
            <ac:grpSpMk id="5" creationId="{3FC9C6B1-9743-3154-0D3F-8A40941634E7}"/>
          </ac:grpSpMkLst>
        </pc:grpChg>
        <pc:picChg chg="del">
          <ac:chgData name="Hogeon Seo" userId="6337c94fad0b8929" providerId="LiveId" clId="{18D30A94-7BA2-48FE-AC84-12B8C60A7EA7}" dt="2026-05-18T10:43:48.409" v="499" actId="21"/>
          <ac:picMkLst>
            <pc:docMk/>
            <pc:sldMk cId="4166234123" sldId="984"/>
            <ac:picMk id="3" creationId="{FDFE266C-46CF-969D-A6AC-AAAD1873A4AE}"/>
          </ac:picMkLst>
        </pc:picChg>
        <pc:picChg chg="del">
          <ac:chgData name="Hogeon Seo" userId="6337c94fad0b8929" providerId="LiveId" clId="{18D30A94-7BA2-48FE-AC84-12B8C60A7EA7}" dt="2026-05-18T10:43:48.409" v="499" actId="21"/>
          <ac:picMkLst>
            <pc:docMk/>
            <pc:sldMk cId="4166234123" sldId="984"/>
            <ac:picMk id="111" creationId="{3C055317-A4FA-034E-39B8-957E9CFB7613}"/>
          </ac:picMkLst>
        </pc:picChg>
      </pc:sldChg>
      <pc:sldChg chg="addSp delSp modSp add mod modAnim">
        <pc:chgData name="Hogeon Seo" userId="6337c94fad0b8929" providerId="LiveId" clId="{18D30A94-7BA2-48FE-AC84-12B8C60A7EA7}" dt="2026-05-18T10:57:54.652" v="1279"/>
        <pc:sldMkLst>
          <pc:docMk/>
          <pc:sldMk cId="1190843807" sldId="985"/>
        </pc:sldMkLst>
        <pc:spChg chg="add mod">
          <ac:chgData name="Hogeon Seo" userId="6337c94fad0b8929" providerId="LiveId" clId="{18D30A94-7BA2-48FE-AC84-12B8C60A7EA7}" dt="2026-05-18T10:57:41.428" v="1275" actId="20577"/>
          <ac:spMkLst>
            <pc:docMk/>
            <pc:sldMk cId="1190843807" sldId="985"/>
            <ac:spMk id="2" creationId="{6FF44433-1608-3750-EBA9-4FBA31B1B721}"/>
          </ac:spMkLst>
        </pc:spChg>
        <pc:spChg chg="add del">
          <ac:chgData name="Hogeon Seo" userId="6337c94fad0b8929" providerId="LiveId" clId="{18D30A94-7BA2-48FE-AC84-12B8C60A7EA7}" dt="2026-05-18T10:43:51.722" v="502" actId="21"/>
          <ac:spMkLst>
            <pc:docMk/>
            <pc:sldMk cId="1190843807" sldId="985"/>
            <ac:spMk id="4" creationId="{1855D971-8B50-26D9-BFCF-84C9DC938737}"/>
          </ac:spMkLst>
        </pc:spChg>
        <pc:spChg chg="add del mod">
          <ac:chgData name="Hogeon Seo" userId="6337c94fad0b8929" providerId="LiveId" clId="{18D30A94-7BA2-48FE-AC84-12B8C60A7EA7}" dt="2026-05-18T10:57:54.652" v="1279"/>
          <ac:spMkLst>
            <pc:docMk/>
            <pc:sldMk cId="1190843807" sldId="985"/>
            <ac:spMk id="6" creationId="{3E23B94F-4741-5308-5BDB-88B747863845}"/>
          </ac:spMkLst>
        </pc:spChg>
        <pc:spChg chg="add mod">
          <ac:chgData name="Hogeon Seo" userId="6337c94fad0b8929" providerId="LiveId" clId="{18D30A94-7BA2-48FE-AC84-12B8C60A7EA7}" dt="2026-05-18T10:52:24.352" v="960"/>
          <ac:spMkLst>
            <pc:docMk/>
            <pc:sldMk cId="1190843807" sldId="985"/>
            <ac:spMk id="7" creationId="{66E529DC-FD7A-64A4-15BC-89484D74247E}"/>
          </ac:spMkLst>
        </pc:spChg>
        <pc:spChg chg="add mod">
          <ac:chgData name="Hogeon Seo" userId="6337c94fad0b8929" providerId="LiveId" clId="{18D30A94-7BA2-48FE-AC84-12B8C60A7EA7}" dt="2026-05-18T10:56:54.468" v="1270" actId="20577"/>
          <ac:spMkLst>
            <pc:docMk/>
            <pc:sldMk cId="1190843807" sldId="985"/>
            <ac:spMk id="13" creationId="{AE236084-73CC-7C8B-87BD-30EEFD699F7D}"/>
          </ac:spMkLst>
        </pc:spChg>
        <pc:spChg chg="del">
          <ac:chgData name="Hogeon Seo" userId="6337c94fad0b8929" providerId="LiveId" clId="{18D30A94-7BA2-48FE-AC84-12B8C60A7EA7}" dt="2026-05-18T10:56:30.995" v="1191" actId="478"/>
          <ac:spMkLst>
            <pc:docMk/>
            <pc:sldMk cId="1190843807" sldId="985"/>
            <ac:spMk id="15" creationId="{33F1881C-D595-172D-E773-E19E4C76DA03}"/>
          </ac:spMkLst>
        </pc:spChg>
        <pc:spChg chg="add mod">
          <ac:chgData name="Hogeon Seo" userId="6337c94fad0b8929" providerId="LiveId" clId="{18D30A94-7BA2-48FE-AC84-12B8C60A7EA7}" dt="2026-05-18T10:56:00.257" v="1163"/>
          <ac:spMkLst>
            <pc:docMk/>
            <pc:sldMk cId="1190843807" sldId="985"/>
            <ac:spMk id="17" creationId="{89DF7994-46B1-8715-1538-8D47316C23CD}"/>
          </ac:spMkLst>
        </pc:spChg>
        <pc:spChg chg="add mod">
          <ac:chgData name="Hogeon Seo" userId="6337c94fad0b8929" providerId="LiveId" clId="{18D30A94-7BA2-48FE-AC84-12B8C60A7EA7}" dt="2026-05-18T10:56:31.225" v="1192"/>
          <ac:spMkLst>
            <pc:docMk/>
            <pc:sldMk cId="1190843807" sldId="985"/>
            <ac:spMk id="18" creationId="{63942031-40CE-B869-339E-AFFE6DBDA9CA}"/>
          </ac:spMkLst>
        </pc:spChg>
        <pc:grpChg chg="add del">
          <ac:chgData name="Hogeon Seo" userId="6337c94fad0b8929" providerId="LiveId" clId="{18D30A94-7BA2-48FE-AC84-12B8C60A7EA7}" dt="2026-05-18T10:43:51.722" v="502" actId="21"/>
          <ac:grpSpMkLst>
            <pc:docMk/>
            <pc:sldMk cId="1190843807" sldId="985"/>
            <ac:grpSpMk id="5" creationId="{6B282ED5-0C23-6775-5781-CBBE2548646E}"/>
          </ac:grpSpMkLst>
        </pc:grpChg>
        <pc:picChg chg="add del">
          <ac:chgData name="Hogeon Seo" userId="6337c94fad0b8929" providerId="LiveId" clId="{18D30A94-7BA2-48FE-AC84-12B8C60A7EA7}" dt="2026-05-18T10:43:51.722" v="502" actId="21"/>
          <ac:picMkLst>
            <pc:docMk/>
            <pc:sldMk cId="1190843807" sldId="985"/>
            <ac:picMk id="3" creationId="{D135BC64-06CF-F5A5-63A6-2579A7F53F84}"/>
          </ac:picMkLst>
        </pc:picChg>
        <pc:picChg chg="add del">
          <ac:chgData name="Hogeon Seo" userId="6337c94fad0b8929" providerId="LiveId" clId="{18D30A94-7BA2-48FE-AC84-12B8C60A7EA7}" dt="2026-05-18T10:43:51.722" v="502" actId="21"/>
          <ac:picMkLst>
            <pc:docMk/>
            <pc:sldMk cId="1190843807" sldId="985"/>
            <ac:picMk id="111" creationId="{6E1A6DC2-C48B-5D0D-1B22-A3F8163AF0DF}"/>
          </ac:picMkLst>
        </pc:picChg>
      </pc:sldChg>
      <pc:sldChg chg="add del">
        <pc:chgData name="Hogeon Seo" userId="6337c94fad0b8929" providerId="LiveId" clId="{18D30A94-7BA2-48FE-AC84-12B8C60A7EA7}" dt="2026-05-18T10:52:10.667" v="928" actId="2696"/>
        <pc:sldMkLst>
          <pc:docMk/>
          <pc:sldMk cId="1176565778" sldId="986"/>
        </pc:sldMkLst>
      </pc:sldChg>
      <pc:sldChg chg="modSp add mod">
        <pc:chgData name="Hogeon Seo" userId="6337c94fad0b8929" providerId="LiveId" clId="{18D30A94-7BA2-48FE-AC84-12B8C60A7EA7}" dt="2026-05-18T11:00:06.980" v="1512" actId="20577"/>
        <pc:sldMkLst>
          <pc:docMk/>
          <pc:sldMk cId="1330353623" sldId="986"/>
        </pc:sldMkLst>
        <pc:spChg chg="mod">
          <ac:chgData name="Hogeon Seo" userId="6337c94fad0b8929" providerId="LiveId" clId="{18D30A94-7BA2-48FE-AC84-12B8C60A7EA7}" dt="2026-05-18T10:58:59.240" v="1364"/>
          <ac:spMkLst>
            <pc:docMk/>
            <pc:sldMk cId="1330353623" sldId="986"/>
            <ac:spMk id="6" creationId="{73FF0910-58D1-8ED4-EE97-67DAE5170BFB}"/>
          </ac:spMkLst>
        </pc:spChg>
        <pc:spChg chg="mod">
          <ac:chgData name="Hogeon Seo" userId="6337c94fad0b8929" providerId="LiveId" clId="{18D30A94-7BA2-48FE-AC84-12B8C60A7EA7}" dt="2026-05-18T10:59:59.415" v="1476" actId="20577"/>
          <ac:spMkLst>
            <pc:docMk/>
            <pc:sldMk cId="1330353623" sldId="986"/>
            <ac:spMk id="7" creationId="{E4C14E36-95F5-84AA-07EA-68C7F57265C0}"/>
          </ac:spMkLst>
        </pc:spChg>
        <pc:spChg chg="mod">
          <ac:chgData name="Hogeon Seo" userId="6337c94fad0b8929" providerId="LiveId" clId="{18D30A94-7BA2-48FE-AC84-12B8C60A7EA7}" dt="2026-05-18T11:00:06.980" v="1512" actId="20577"/>
          <ac:spMkLst>
            <pc:docMk/>
            <pc:sldMk cId="1330353623" sldId="986"/>
            <ac:spMk id="13" creationId="{9E0D1E8D-17C1-432A-3993-911B8C977040}"/>
          </ac:spMkLst>
        </pc:spChg>
      </pc:sldChg>
      <pc:sldChg chg="new del">
        <pc:chgData name="Hogeon Seo" userId="6337c94fad0b8929" providerId="LiveId" clId="{18D30A94-7BA2-48FE-AC84-12B8C60A7EA7}" dt="2026-05-18T10:47:30.150" v="670" actId="680"/>
        <pc:sldMkLst>
          <pc:docMk/>
          <pc:sldMk cId="3628870740" sldId="98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5B65E7-FEDE-4173-A5EC-CE4AA7D2886F}" type="datetimeFigureOut">
              <a:rPr lang="ko-KR" altLang="en-US" smtClean="0"/>
              <a:t>2026. 8. 25.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22255-D841-491D-8A8C-1FE36992CA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1690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22255-D841-491D-8A8C-1FE36992CAB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82151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F3318-C64C-0D16-0383-06AB2731E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CB6B56-5772-7B03-FCCE-2AA7AFB0F2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5CEFAE-F8E7-E51A-1D2B-B7487B807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먼저 </a:t>
            </a:r>
            <a:r>
              <a:rPr lang="en-US" altLang="ko-KR"/>
              <a:t>CAD </a:t>
            </a:r>
            <a:r>
              <a:rPr lang="ko-KR" altLang="en-US"/>
              <a:t>형상을 생성할때 텍스트</a:t>
            </a:r>
            <a:r>
              <a:rPr lang="en-US" altLang="ko-KR"/>
              <a:t>, </a:t>
            </a:r>
            <a:r>
              <a:rPr lang="ko-KR" altLang="en-US"/>
              <a:t>이미디 벡터 입력중에 벡터가 가장 높은 생성 성능을 보였습니다</a:t>
            </a:r>
            <a:r>
              <a:rPr lang="en-US" altLang="ko-KR"/>
              <a:t>.</a:t>
            </a:r>
          </a:p>
          <a:p>
            <a:r>
              <a:rPr lang="ko-KR" altLang="en-US"/>
              <a:t>벡터입력은 </a:t>
            </a:r>
            <a:r>
              <a:rPr lang="ko-KR" altLang="en-US" sz="1200"/>
              <a:t>정투상 3면도라는 형상 정보와 도면에 문자로 적힌 정확한 치수를 가지고 있습니다</a:t>
            </a:r>
            <a:r>
              <a:rPr lang="en-US" altLang="ko-KR" sz="1200"/>
              <a:t>.</a:t>
            </a:r>
          </a:p>
          <a:p>
            <a:r>
              <a:rPr lang="ko-KR" altLang="en-US" sz="1200"/>
              <a:t>벡터의 성능이 높았던것이 형상정보 때문인지 치수 때문인지 두개를 분리해 실험해본 결과 </a:t>
            </a:r>
            <a:r>
              <a:rPr lang="en-US" altLang="ko-KR" sz="1200"/>
              <a:t>3</a:t>
            </a:r>
            <a:r>
              <a:rPr lang="ko-KR" altLang="en-US" sz="1200"/>
              <a:t>면도만 준 조건이 치수만 준 조건보다 좋았습니다</a:t>
            </a:r>
            <a:r>
              <a:rPr lang="en-US" altLang="ko-KR" sz="1200"/>
              <a:t>.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E655A4-397D-1AAE-B8AC-8FE719C363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0C389-4673-409D-A1FE-AD5A4023660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31284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BCA68-2295-93DA-B165-15B0D2F4D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0B34A8-E84B-3201-5CA6-79E517BF54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B2D4E01-EA37-2ECB-FE29-C113DD3C38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실제로 </a:t>
            </a:r>
            <a:r>
              <a:rPr lang="ko-KR" altLang="en-US" sz="1200">
                <a:solidFill>
                  <a:srgbClr val="2626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3면도가 온전히 갖춰진 경우가 드물기 때문에 </a:t>
            </a:r>
            <a:endParaRPr lang="en-US" altLang="ko-KR" sz="1200">
              <a:solidFill>
                <a:srgbClr val="262626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r>
              <a:rPr lang="ko-KR" altLang="en-US" sz="1200">
                <a:solidFill>
                  <a:srgbClr val="2626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AI 로 3면도를 만들어 넣었을 때도 등각 이미지 한 장보다 나을지 확인을 해보았습니다</a:t>
            </a:r>
            <a:r>
              <a:rPr lang="en-US" altLang="ko-KR" sz="1200">
                <a:solidFill>
                  <a:srgbClr val="2626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. </a:t>
            </a:r>
          </a:p>
          <a:p>
            <a:endParaRPr lang="en-US" altLang="ko-KR" sz="1200">
              <a:solidFill>
                <a:srgbClr val="262626"/>
              </a:solidFill>
              <a:ea typeface="KoPub돋움체 Medium" panose="02020603020101020101" pitchFamily="18" charset="-127"/>
            </a:endParaRPr>
          </a:p>
          <a:p>
            <a:r>
              <a:rPr lang="ko-KR" altLang="en-US" sz="1200"/>
              <a:t>입력 조건을 네 가지로 부품 30개에 대해</a:t>
            </a:r>
            <a:endParaRPr lang="en-US" altLang="ko-KR" sz="1200"/>
          </a:p>
          <a:p>
            <a:endParaRPr lang="en-US" altLang="ko-KR" sz="1200"/>
          </a:p>
          <a:p>
            <a:pPr>
              <a:lnSpc>
                <a:spcPct val="115000"/>
              </a:lnSpc>
            </a:pPr>
            <a:r>
              <a:rPr lang="ko-KR" altLang="en-US" sz="1200"/>
              <a:t>A 는 등각 이미지 한 장, B 는</a:t>
            </a:r>
            <a:r>
              <a:rPr lang="en-US" altLang="ko-KR" sz="1200"/>
              <a:t> A</a:t>
            </a:r>
            <a:r>
              <a:rPr lang="ko-KR" altLang="en-US" sz="1200"/>
              <a:t>이미지를 통해 AI 가 상상해서 만든 3면도, C 는 실제 3면도,</a:t>
            </a:r>
          </a:p>
          <a:p>
            <a:pPr>
              <a:lnSpc>
                <a:spcPct val="115000"/>
              </a:lnSpc>
            </a:pPr>
            <a:r>
              <a:rPr lang="ko-KR" altLang="en-US" sz="1200"/>
              <a:t>D 는 SVG 벡터, 즉 3면도와 치수가 함께 있는 조건으로 </a:t>
            </a:r>
            <a:endParaRPr lang="en-US" altLang="ko-KR" sz="1200"/>
          </a:p>
          <a:p>
            <a:pPr>
              <a:lnSpc>
                <a:spcPct val="115000"/>
              </a:lnSpc>
            </a:pPr>
            <a:endParaRPr lang="en-US" altLang="ko-KR" sz="1200"/>
          </a:p>
          <a:p>
            <a:pPr>
              <a:lnSpc>
                <a:spcPct val="115000"/>
              </a:lnSpc>
            </a:pPr>
            <a:r>
              <a:rPr lang="ko-KR" altLang="en-US" sz="1200"/>
              <a:t>형상을 생성하여 </a:t>
            </a:r>
            <a:endParaRPr lang="en-US" altLang="ko-KR" sz="1200"/>
          </a:p>
          <a:p>
            <a:pPr>
              <a:lnSpc>
                <a:spcPct val="115000"/>
              </a:lnSpc>
            </a:pPr>
            <a:r>
              <a:rPr lang="ko-KR" altLang="en-US" sz="1200"/>
              <a:t>Volumetric IoU 하나로 통일해 형상 일치도만 비교하였습니다</a:t>
            </a:r>
            <a:r>
              <a:rPr lang="en-US" altLang="ko-KR" sz="1200"/>
              <a:t>,</a:t>
            </a:r>
          </a:p>
          <a:p>
            <a:pPr>
              <a:lnSpc>
                <a:spcPct val="115000"/>
              </a:lnSpc>
            </a:pPr>
            <a:endParaRPr lang="en-US" altLang="ko-KR" sz="1200"/>
          </a:p>
          <a:p>
            <a:pPr>
              <a:lnSpc>
                <a:spcPct val="115000"/>
              </a:lnSpc>
            </a:pPr>
            <a:r>
              <a:rPr lang="ko-KR" altLang="en-US" sz="1200"/>
              <a:t>결과가 AI 가 상상한 3면도가 등각 이미지 하나보</a:t>
            </a:r>
            <a:endParaRPr lang="en-US" altLang="ko-KR" sz="1200"/>
          </a:p>
          <a:p>
            <a:pPr>
              <a:lnSpc>
                <a:spcPct val="115000"/>
              </a:lnSpc>
            </a:pPr>
            <a:r>
              <a:rPr lang="ko-KR" altLang="en-US" sz="1200"/>
              <a:t>다는 평균이 높았고</a:t>
            </a:r>
            <a:r>
              <a:rPr lang="en-US" altLang="ko-KR" sz="1200"/>
              <a:t>, </a:t>
            </a:r>
            <a:r>
              <a:rPr lang="ko-KR" altLang="en-US" sz="1200"/>
              <a:t>실제 </a:t>
            </a:r>
            <a:r>
              <a:rPr lang="en-US" altLang="ko-KR" sz="1200"/>
              <a:t>3</a:t>
            </a:r>
            <a:r>
              <a:rPr lang="ko-KR" altLang="en-US" sz="1200"/>
              <a:t>면도 보다는 평균이 낮게 나왔습니다</a:t>
            </a:r>
            <a:r>
              <a:rPr lang="en-US" altLang="ko-KR" sz="1200"/>
              <a:t>. </a:t>
            </a:r>
          </a:p>
          <a:p>
            <a:pPr>
              <a:lnSpc>
                <a:spcPct val="115000"/>
              </a:lnSpc>
            </a:pPr>
            <a:endParaRPr lang="en-US" altLang="ko-KR" sz="1200"/>
          </a:p>
          <a:p>
            <a:pPr>
              <a:lnSpc>
                <a:spcPct val="115000"/>
              </a:lnSpc>
            </a:pPr>
            <a:r>
              <a:rPr lang="ko-KR" altLang="en-US" sz="1200"/>
              <a:t>따로프롬 프트 튜닝등을 한것 없이</a:t>
            </a:r>
            <a:endParaRPr lang="en-US" altLang="ko-KR" sz="1200"/>
          </a:p>
          <a:p>
            <a:pPr>
              <a:lnSpc>
                <a:spcPct val="115000"/>
              </a:lnSpc>
            </a:pPr>
            <a:r>
              <a:rPr lang="ko-KR" altLang="en-US" sz="1200"/>
              <a:t>재미나이 </a:t>
            </a:r>
            <a:r>
              <a:rPr lang="en-US" altLang="ko-KR" sz="1200"/>
              <a:t>3.1 pro</a:t>
            </a:r>
            <a:r>
              <a:rPr lang="ko-KR" altLang="en-US" sz="1200"/>
              <a:t>로 이미지를 생성해서 한것인데</a:t>
            </a:r>
            <a:endParaRPr lang="en-US" altLang="ko-KR" sz="1200"/>
          </a:p>
          <a:p>
            <a:pPr>
              <a:lnSpc>
                <a:spcPct val="115000"/>
              </a:lnSpc>
            </a:pPr>
            <a:endParaRPr lang="en-US" altLang="ko-KR" sz="1200"/>
          </a:p>
          <a:p>
            <a:pPr>
              <a:lnSpc>
                <a:spcPct val="115000"/>
              </a:lnSpc>
            </a:pPr>
            <a:r>
              <a:rPr lang="ko-KR" altLang="en-US" sz="1200"/>
              <a:t>이번 실험에서 등각 이미지만 줬을때보다 작지만 평균이 높게나와서 </a:t>
            </a:r>
            <a:endParaRPr lang="en-US" altLang="ko-KR" sz="1200"/>
          </a:p>
          <a:p>
            <a:pPr>
              <a:lnSpc>
                <a:spcPct val="115000"/>
              </a:lnSpc>
            </a:pPr>
            <a:r>
              <a:rPr lang="ko-KR" altLang="en-US" sz="1200"/>
              <a:t>완전한 대체는 아니지만, 3면도가 없는 상황에서 쓸 수 있는 차선택 이 될 수있을것 같습니다</a:t>
            </a:r>
            <a:r>
              <a:rPr lang="en-US" altLang="ko-KR" sz="1200"/>
              <a:t>.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20E1CC-4240-124D-E8AD-B28D8D1F3B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0C389-4673-409D-A1FE-AD5A402366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1768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2A730-DCD7-3CFA-FAC5-7FA835072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F7AC535-6406-536E-F386-2112A7E13D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8FCB760-C8D0-C37F-E822-59744B54D7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실장님께서 도면을 줬을때 </a:t>
            </a:r>
            <a:r>
              <a:rPr lang="en-US" altLang="ko-KR"/>
              <a:t>AWG </a:t>
            </a:r>
            <a:r>
              <a:rPr lang="ko-KR" altLang="en-US"/>
              <a:t>도면을 줬을때 생성을 하고 빈공간의 비율을 계산 할수 있냐고 하셔서 구현한 것입니다</a:t>
            </a:r>
            <a:r>
              <a:rPr lang="en-US" altLang="ko-KR"/>
              <a:t>.</a:t>
            </a:r>
          </a:p>
          <a:p>
            <a:r>
              <a:rPr lang="en-US" altLang="ko-KR"/>
              <a:t>DXF </a:t>
            </a:r>
            <a:r>
              <a:rPr lang="ko-KR" altLang="en-US"/>
              <a:t>도면이 도형정보와 치수를 가지고 있기땜누에 이 정보를 추출해서 생성가능하였습니다</a:t>
            </a:r>
            <a:endParaRPr lang="en-US" altLang="ko-KR"/>
          </a:p>
          <a:p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8B9A4E-2520-0F4F-124B-8A7E98A8BA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0C389-4673-409D-A1FE-AD5A402366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73419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FA648-4A4B-A740-8FBE-E1F373E32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153077-DE95-6292-C24D-950AC7257D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0FC2216-203E-D899-31F5-0A1D895E91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향후 계획으로는 </a:t>
            </a:r>
            <a:endParaRPr lang="en-US" altLang="ko-KR"/>
          </a:p>
          <a:p>
            <a:r>
              <a:rPr lang="ko-KR" altLang="en-US"/>
              <a:t>도면 한 장에서는 부품 외형</a:t>
            </a:r>
            <a:r>
              <a:rPr lang="en-US" altLang="ko-KR"/>
              <a:t>, </a:t>
            </a:r>
            <a:r>
              <a:rPr lang="ko-KR" altLang="en-US" sz="1200"/>
              <a:t>치수선·보조선·지시선·화살촉, 그리고 수치를 포함하고 있는데 </a:t>
            </a:r>
            <a:endParaRPr lang="en-US" altLang="ko-KR" sz="1200"/>
          </a:p>
          <a:p>
            <a:endParaRPr lang="en-US" altLang="ko-KR"/>
          </a:p>
          <a:p>
            <a:pPr>
              <a:lnSpc>
                <a:spcPct val="115000"/>
              </a:lnSpc>
            </a:pPr>
            <a:r>
              <a:rPr lang="ko-KR" altLang="en-US" sz="1200"/>
              <a:t>3D 생성에 필요한 건 외형과 수치이고, 치수선 같은 보조 요소는 이미지로 넣었을때 방해사 되어서 </a:t>
            </a:r>
            <a:endParaRPr lang="en-US" altLang="ko-KR" sz="1200"/>
          </a:p>
          <a:p>
            <a:pPr>
              <a:lnSpc>
                <a:spcPct val="115000"/>
              </a:lnSpc>
            </a:pPr>
            <a:r>
              <a:rPr lang="en-US" altLang="ko-KR"/>
              <a:t>PDF/PNG </a:t>
            </a:r>
            <a:r>
              <a:rPr lang="ko-KR" altLang="en-US"/>
              <a:t>파일에서 어떤 선이 필요한 선인지를 판단하고</a:t>
            </a:r>
            <a:r>
              <a:rPr lang="en-US" altLang="ko-KR"/>
              <a:t>,  </a:t>
            </a:r>
            <a:r>
              <a:rPr lang="ko-KR" altLang="en-US"/>
              <a:t>이를 </a:t>
            </a:r>
            <a:r>
              <a:rPr lang="ko-KR" altLang="en-US" sz="1200"/>
              <a:t>DXF</a:t>
            </a:r>
            <a:r>
              <a:rPr lang="en-US" altLang="ko-KR" sz="1200"/>
              <a:t>/</a:t>
            </a:r>
            <a:r>
              <a:rPr lang="ko-KR" altLang="en-US" sz="1200"/>
              <a:t>STEP로 변환하는것이 계획입니다</a:t>
            </a:r>
            <a:r>
              <a:rPr lang="en-US" altLang="ko-KR" sz="1200"/>
              <a:t>. </a:t>
            </a:r>
          </a:p>
          <a:p>
            <a:pPr>
              <a:lnSpc>
                <a:spcPct val="115000"/>
              </a:lnSpc>
            </a:pPr>
            <a:endParaRPr lang="en-US" altLang="ko-KR" sz="1200"/>
          </a:p>
          <a:p>
            <a:pPr>
              <a:lnSpc>
                <a:spcPct val="115000"/>
              </a:lnSpc>
            </a:pPr>
            <a:endParaRPr lang="en-US" altLang="ko-KR" sz="1200" strike="sngStrike"/>
          </a:p>
          <a:p>
            <a:pPr>
              <a:lnSpc>
                <a:spcPct val="115000"/>
              </a:lnSpc>
            </a:pPr>
            <a:endParaRPr lang="en-US" altLang="ko-KR" sz="1200" strike="noStrike"/>
          </a:p>
          <a:p>
            <a:pPr>
              <a:lnSpc>
                <a:spcPct val="115000"/>
              </a:lnSpc>
            </a:pPr>
            <a:endParaRPr lang="en-US" altLang="ko-KR" sz="1200" strike="noStrike"/>
          </a:p>
          <a:p>
            <a:pPr>
              <a:lnSpc>
                <a:spcPct val="115000"/>
              </a:lnSpc>
            </a:pPr>
            <a:r>
              <a:rPr lang="ko-KR" altLang="en-US" sz="1200" strike="noStrike"/>
              <a:t>기존 기술</a:t>
            </a:r>
          </a:p>
          <a:p>
            <a:pPr>
              <a:lnSpc>
                <a:spcPct val="115000"/>
              </a:lnSpc>
            </a:pPr>
            <a:r>
              <a:rPr lang="ko-KR" altLang="en-US" sz="1200" strike="noStrike"/>
              <a:t>Drawing-Recode 는 래스터 도면에서 치수 주기와 기하를 각각 뽑아 서로 연결한 뒤 CAD 코드를 만들고,</a:t>
            </a:r>
          </a:p>
          <a:p>
            <a:pPr>
              <a:lnSpc>
                <a:spcPct val="115000"/>
              </a:lnSpc>
            </a:pPr>
            <a:r>
              <a:rPr lang="ko-KR" altLang="en-US" sz="1200" strike="noStrike"/>
              <a:t>CAD2Program 은 도면 이미지를 바로 3D 파라메트릭 모델 프로그램으로 바꿉니다.</a:t>
            </a:r>
          </a:p>
          <a:p>
            <a:pPr>
              <a:lnSpc>
                <a:spcPct val="115000"/>
              </a:lnSpc>
            </a:pPr>
            <a:r>
              <a:rPr lang="ko-KR" altLang="en-US" sz="1200" strike="noStrike"/>
              <a:t>둘 다 저희가 하려는 "도면에서 편집 가능한 모델로" 와 같은 문제를 다루고 있어서,</a:t>
            </a:r>
          </a:p>
          <a:p>
            <a:pPr>
              <a:lnSpc>
                <a:spcPct val="115000"/>
              </a:lnSpc>
            </a:pPr>
            <a:r>
              <a:rPr lang="ko-KR" altLang="en-US" sz="1200" strike="noStrike"/>
              <a:t>층 분리 이후 3D 복원 단계에 그대로 참고할 수 있습니다.</a:t>
            </a:r>
          </a:p>
          <a:p>
            <a:pPr>
              <a:lnSpc>
                <a:spcPct val="115000"/>
              </a:lnSpc>
            </a:pPr>
            <a:endParaRPr lang="en-US" altLang="ko-KR" sz="1200"/>
          </a:p>
          <a:p>
            <a:pPr>
              <a:lnSpc>
                <a:spcPct val="115000"/>
              </a:lnSpc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B48EE4-70BE-133F-70A6-E0482FA3EA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0C389-4673-409D-A1FE-AD5A402366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2009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B19C30-1B61-A743-B13D-D45BA65871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10AAA66-D80C-B826-0012-983169E612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B752BD-1744-7516-1E90-92C4E9CB7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3947E-EC34-4653-8435-68AE3FFE77EB}" type="datetimeFigureOut">
              <a:rPr lang="ko-KR" altLang="en-US" smtClean="0"/>
              <a:t>2026. 8. 25.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53A154-41CD-6672-8B1C-4722F506F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A040B7-6458-FA16-00E6-FFFB90F3D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97576-9FB0-4720-A0DF-CF8E2767C8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2198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117AC756-1525-EEF5-2253-9E944E38F785}"/>
              </a:ext>
            </a:extLst>
          </p:cNvPr>
          <p:cNvSpPr txBox="1">
            <a:spLocks/>
          </p:cNvSpPr>
          <p:nvPr userDrawn="1"/>
        </p:nvSpPr>
        <p:spPr>
          <a:xfrm flipH="1" flipV="1">
            <a:off x="0" y="-1"/>
            <a:ext cx="12192000" cy="6858001"/>
          </a:xfrm>
          <a:prstGeom prst="rect">
            <a:avLst/>
          </a:prstGeom>
          <a:gradFill flip="none" rotWithShape="1">
            <a:gsLst>
              <a:gs pos="100000">
                <a:srgbClr val="0093D9">
                  <a:lumMod val="20000"/>
                  <a:lumOff val="80000"/>
                </a:srgbClr>
              </a:gs>
              <a:gs pos="50000">
                <a:srgbClr val="5CB531">
                  <a:lumMod val="20000"/>
                  <a:lumOff val="80000"/>
                </a:srgbClr>
              </a:gs>
              <a:gs pos="0">
                <a:srgbClr val="ED6F00">
                  <a:lumMod val="25000"/>
                  <a:lumOff val="75000"/>
                </a:srgbClr>
              </a:gs>
            </a:gsLst>
            <a:lin ang="2700000" scaled="0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/>
        </p:spPr>
        <p:txBody>
          <a:bodyPr vert="horz" lIns="68580" tIns="34290" rIns="68580" bIns="3429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ko-KR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 </a:t>
            </a:r>
            <a:endParaRPr lang="ko-KR" alt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to Sans KR Medium" panose="020B0600000000000000" pitchFamily="34" charset="-127"/>
              <a:ea typeface="Noto Sans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36597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117AC756-1525-EEF5-2253-9E944E38F785}"/>
              </a:ext>
            </a:extLst>
          </p:cNvPr>
          <p:cNvSpPr txBox="1">
            <a:spLocks/>
          </p:cNvSpPr>
          <p:nvPr userDrawn="1"/>
        </p:nvSpPr>
        <p:spPr>
          <a:xfrm flipV="1">
            <a:off x="0" y="-1"/>
            <a:ext cx="12192000" cy="6858001"/>
          </a:xfrm>
          <a:prstGeom prst="rect">
            <a:avLst/>
          </a:prstGeom>
          <a:gradFill flip="none" rotWithShape="1">
            <a:gsLst>
              <a:gs pos="100000">
                <a:srgbClr val="0093D9">
                  <a:lumMod val="20000"/>
                  <a:lumOff val="80000"/>
                </a:srgbClr>
              </a:gs>
              <a:gs pos="50000">
                <a:srgbClr val="5CB531">
                  <a:lumMod val="20000"/>
                  <a:lumOff val="80000"/>
                </a:srgbClr>
              </a:gs>
              <a:gs pos="0">
                <a:srgbClr val="ED6F00">
                  <a:lumMod val="25000"/>
                  <a:lumOff val="75000"/>
                </a:srgbClr>
              </a:gs>
            </a:gsLst>
            <a:lin ang="2700000" scaled="0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/>
        </p:spPr>
        <p:txBody>
          <a:bodyPr vert="horz" lIns="68580" tIns="34290" rIns="68580" bIns="34290" rtlCol="0" anchor="t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ko-KR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KR Medium" panose="020B0600000000000000" pitchFamily="34" charset="-127"/>
                <a:ea typeface="Noto Sans KR Medium" panose="020B0600000000000000" pitchFamily="34" charset="-127"/>
              </a:rPr>
              <a:t> </a:t>
            </a:r>
            <a:endParaRPr lang="ko-KR" alt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to Sans KR Medium" panose="020B0600000000000000" pitchFamily="34" charset="-127"/>
              <a:ea typeface="Noto Sans KR Medium" panose="020B06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86238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0BEF9C45-7600-127D-B834-55783AE9E195}"/>
              </a:ext>
            </a:extLst>
          </p:cNvPr>
          <p:cNvGrpSpPr/>
          <p:nvPr userDrawn="1"/>
        </p:nvGrpSpPr>
        <p:grpSpPr>
          <a:xfrm>
            <a:off x="0" y="-1"/>
            <a:ext cx="12192000" cy="850901"/>
            <a:chOff x="0" y="0"/>
            <a:chExt cx="9906000" cy="811750"/>
          </a:xfrm>
        </p:grpSpPr>
        <p:sp>
          <p:nvSpPr>
            <p:cNvPr id="3" name="제목 1">
              <a:extLst>
                <a:ext uri="{FF2B5EF4-FFF2-40B4-BE49-F238E27FC236}">
                  <a16:creationId xmlns:a16="http://schemas.microsoft.com/office/drawing/2014/main" id="{DDE74BE7-78A2-C93D-E583-02B414BB21A2}"/>
                </a:ext>
              </a:extLst>
            </p:cNvPr>
            <p:cNvSpPr txBox="1">
              <a:spLocks/>
            </p:cNvSpPr>
            <p:nvPr/>
          </p:nvSpPr>
          <p:spPr>
            <a:xfrm>
              <a:off x="0" y="0"/>
              <a:ext cx="9906000" cy="793750"/>
            </a:xfrm>
            <a:prstGeom prst="rect">
              <a:avLst/>
            </a:prstGeom>
            <a:gradFill flip="none" rotWithShape="1">
              <a:gsLst>
                <a:gs pos="100000">
                  <a:srgbClr val="0093D9">
                    <a:lumMod val="20000"/>
                    <a:lumOff val="80000"/>
                  </a:srgbClr>
                </a:gs>
                <a:gs pos="50000">
                  <a:srgbClr val="5CB531">
                    <a:lumMod val="20000"/>
                    <a:lumOff val="80000"/>
                  </a:srgbClr>
                </a:gs>
                <a:gs pos="0">
                  <a:srgbClr val="ED6F00">
                    <a:lumMod val="25000"/>
                    <a:lumOff val="75000"/>
                  </a:srgbClr>
                </a:gs>
              </a:gsLst>
              <a:lin ang="2700000" scaled="0"/>
              <a:tileRect/>
            </a:gradFill>
            <a:ln>
              <a:noFill/>
            </a:ln>
            <a:effectLst>
              <a:reflection blurRad="6350" stA="50000" endA="300" endPos="90000" dir="5400000" sy="-100000" algn="bl" rotWithShape="0"/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txBody>
            <a:bodyPr vert="horz" lIns="68580" tIns="34290" rIns="68580" bIns="34290" rtlCol="0" anchor="t">
              <a:no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en-US" altLang="ko-KR" sz="32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Noto Sans KR Medium" panose="020B0600000000000000" pitchFamily="34" charset="-127"/>
                  <a:ea typeface="Noto Sans KR Medium" panose="020B0600000000000000" pitchFamily="34" charset="-127"/>
                </a:rPr>
                <a:t> </a:t>
              </a:r>
              <a:endParaRPr lang="ko-KR" altLang="en-US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KR Medium" panose="020B0600000000000000" pitchFamily="34" charset="-127"/>
                <a:ea typeface="Noto Sans KR Medium" panose="020B0600000000000000" pitchFamily="34" charset="-127"/>
              </a:endParaRPr>
            </a:p>
          </p:txBody>
        </p:sp>
        <p:sp>
          <p:nvSpPr>
            <p:cNvPr id="4" name="제목 1">
              <a:extLst>
                <a:ext uri="{FF2B5EF4-FFF2-40B4-BE49-F238E27FC236}">
                  <a16:creationId xmlns:a16="http://schemas.microsoft.com/office/drawing/2014/main" id="{BD235E90-2085-8771-BBB0-A33FC9E122B8}"/>
                </a:ext>
              </a:extLst>
            </p:cNvPr>
            <p:cNvSpPr txBox="1">
              <a:spLocks/>
            </p:cNvSpPr>
            <p:nvPr/>
          </p:nvSpPr>
          <p:spPr>
            <a:xfrm>
              <a:off x="0" y="793750"/>
              <a:ext cx="9906000" cy="18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txBody>
            <a:bodyPr vert="horz" lIns="68580" tIns="34290" rIns="68580" bIns="34290" rtlCol="0" anchor="t">
              <a:no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en-US" altLang="ko-KR">
                  <a:latin typeface="Noto Sans KR Medium" panose="020B0600000000000000" pitchFamily="34" charset="-127"/>
                  <a:ea typeface="Noto Sans KR Medium" panose="020B0600000000000000" pitchFamily="34" charset="-127"/>
                </a:rPr>
                <a:t> </a:t>
              </a:r>
              <a:endParaRPr lang="ko-KR" altLang="en-US">
                <a:latin typeface="Noto Sans KR Medium" panose="020B0600000000000000" pitchFamily="34" charset="-127"/>
                <a:ea typeface="Noto Sans KR Medium" panose="020B0600000000000000" pitchFamily="34" charset="-127"/>
              </a:endParaRPr>
            </a:p>
          </p:txBody>
        </p:sp>
      </p:grpSp>
      <p:sp>
        <p:nvSpPr>
          <p:cNvPr id="5" name="제목 1">
            <a:extLst>
              <a:ext uri="{FF2B5EF4-FFF2-40B4-BE49-F238E27FC236}">
                <a16:creationId xmlns:a16="http://schemas.microsoft.com/office/drawing/2014/main" id="{515FC4AA-C13F-E6A4-7760-0C5CFE6C0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55" y="307777"/>
            <a:ext cx="11934826" cy="387798"/>
          </a:xfrm>
        </p:spPr>
        <p:txBody>
          <a:bodyPr wrap="square" lIns="0" tIns="0" rIns="0" bIns="0" anchor="t">
            <a:spAutoFit/>
          </a:bodyPr>
          <a:lstStyle>
            <a:lvl1pPr>
              <a:defRPr lang="ko-KR" altLang="en-US" sz="2800" b="1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 KR Medium" panose="020B0600000000000000" pitchFamily="34" charset="-127"/>
                <a:ea typeface="Noto Sans KR Medium" panose="020B0600000000000000" pitchFamily="34" charset="-127"/>
                <a:cs typeface="Arial" panose="020B0604020202020204" pitchFamily="34" charset="0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1D93A897-58D4-73F6-78E4-CAF96971F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1275" y="2976"/>
            <a:ext cx="936905" cy="260677"/>
          </a:xfrm>
        </p:spPr>
        <p:txBody>
          <a:bodyPr lIns="0" tIns="0" rIns="0" bIns="0"/>
          <a:lstStyle>
            <a:lvl1pPr>
              <a:defRPr>
                <a:solidFill>
                  <a:srgbClr val="1F4E79"/>
                </a:solidFill>
                <a:latin typeface="Noto Sans KR Medium" panose="020B0600000000000000" pitchFamily="34" charset="-127"/>
                <a:ea typeface="Noto Sans KR Medium" panose="020B0600000000000000" pitchFamily="34" charset="-127"/>
              </a:defRPr>
            </a:lvl1pPr>
          </a:lstStyle>
          <a:p>
            <a:fld id="{EFCA3200-9B0E-4228-8EC3-EA433A48CEB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DA7E7391-33FD-117F-57DB-EA35E237DBA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73355" y="1010285"/>
            <a:ext cx="11845290" cy="5685790"/>
          </a:xfrm>
        </p:spPr>
        <p:txBody>
          <a:bodyPr lIns="0" tIns="0" rIns="0" bIns="0"/>
          <a:lstStyle>
            <a:lvl1pPr marL="228600" indent="-228600">
              <a:buFont typeface="Wingdings" panose="05000000000000000000" pitchFamily="2" charset="2"/>
              <a:buChar char="§"/>
              <a:defRPr>
                <a:latin typeface="Noto Sans KR Medium" panose="020B0600000000000000" pitchFamily="34" charset="-127"/>
                <a:ea typeface="Noto Sans KR Medium" panose="020B0600000000000000" pitchFamily="34" charset="-127"/>
                <a:cs typeface="Arial" panose="020B0604020202020204" pitchFamily="34" charset="0"/>
              </a:defRPr>
            </a:lvl1pPr>
            <a:lvl2pPr marL="685800" indent="-228600">
              <a:buFont typeface="Wingdings" panose="05000000000000000000" pitchFamily="2" charset="2"/>
              <a:buChar char="§"/>
              <a:defRPr>
                <a:latin typeface="Noto Sans KR Medium" panose="020B0600000000000000" pitchFamily="34" charset="-127"/>
                <a:ea typeface="Noto Sans KR Medium" panose="020B0600000000000000" pitchFamily="34" charset="-127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Noto Sans KR Medium" panose="020B0600000000000000" pitchFamily="34" charset="-127"/>
                <a:ea typeface="Noto Sans KR Medium" panose="020B0600000000000000" pitchFamily="34" charset="-127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>
                <a:latin typeface="Noto Sans KR Medium" panose="020B0600000000000000" pitchFamily="34" charset="-127"/>
                <a:ea typeface="Noto Sans KR Medium" panose="020B0600000000000000" pitchFamily="34" charset="-127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>
                <a:latin typeface="Noto Sans KR Medium" panose="020B0600000000000000" pitchFamily="34" charset="-127"/>
                <a:ea typeface="Noto Sans KR Medium" panose="020B0600000000000000" pitchFamily="34" charset="-127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바닥글 개체 틀 4">
            <a:extLst>
              <a:ext uri="{FF2B5EF4-FFF2-40B4-BE49-F238E27FC236}">
                <a16:creationId xmlns:a16="http://schemas.microsoft.com/office/drawing/2014/main" id="{E00D5C84-C5E9-2C20-CE56-9ABD56860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49" y="49347"/>
            <a:ext cx="11088725" cy="193899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ko-KR" altLang="en-US" sz="1400" b="1" i="0" strike="noStrike" baseline="0">
                <a:solidFill>
                  <a:schemeClr val="accent2">
                    <a:lumMod val="75000"/>
                  </a:schemeClr>
                </a:solidFill>
                <a:latin typeface="Noto Sans KR Medium" panose="020B0600000000000000" pitchFamily="34" charset="-127"/>
                <a:ea typeface="Noto Sans KR Medium" panose="020B0600000000000000" pitchFamily="34" charset="-127"/>
                <a:cs typeface="Arial" panose="020B0604020202020204" pitchFamily="34" charset="0"/>
              </a:defRPr>
            </a:lvl1pPr>
          </a:lstStyle>
          <a:p>
            <a:pPr algn="l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527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5C4D8389-9642-4773-A539-AC5DB5151F6E}"/>
              </a:ext>
            </a:extLst>
          </p:cNvPr>
          <p:cNvGrpSpPr/>
          <p:nvPr userDrawn="1"/>
        </p:nvGrpSpPr>
        <p:grpSpPr>
          <a:xfrm>
            <a:off x="0" y="-1"/>
            <a:ext cx="12192000" cy="850901"/>
            <a:chOff x="0" y="0"/>
            <a:chExt cx="9906000" cy="811750"/>
          </a:xfrm>
        </p:grpSpPr>
        <p:sp>
          <p:nvSpPr>
            <p:cNvPr id="8" name="제목 1">
              <a:extLst>
                <a:ext uri="{FF2B5EF4-FFF2-40B4-BE49-F238E27FC236}">
                  <a16:creationId xmlns:a16="http://schemas.microsoft.com/office/drawing/2014/main" id="{F78E882D-8314-4E5C-9453-94C543DB3F2D}"/>
                </a:ext>
              </a:extLst>
            </p:cNvPr>
            <p:cNvSpPr txBox="1">
              <a:spLocks/>
            </p:cNvSpPr>
            <p:nvPr/>
          </p:nvSpPr>
          <p:spPr>
            <a:xfrm>
              <a:off x="0" y="0"/>
              <a:ext cx="9906000" cy="793750"/>
            </a:xfrm>
            <a:prstGeom prst="rect">
              <a:avLst/>
            </a:prstGeom>
            <a:gradFill flip="none" rotWithShape="1">
              <a:gsLst>
                <a:gs pos="100000">
                  <a:srgbClr val="0093D9">
                    <a:lumMod val="20000"/>
                    <a:lumOff val="80000"/>
                  </a:srgbClr>
                </a:gs>
                <a:gs pos="50000">
                  <a:srgbClr val="5CB531">
                    <a:lumMod val="20000"/>
                    <a:lumOff val="80000"/>
                  </a:srgbClr>
                </a:gs>
                <a:gs pos="0">
                  <a:srgbClr val="ED6F00">
                    <a:lumMod val="25000"/>
                    <a:lumOff val="75000"/>
                  </a:srgbClr>
                </a:gs>
              </a:gsLst>
              <a:lin ang="2700000" scaled="0"/>
              <a:tileRect/>
            </a:gradFill>
            <a:ln>
              <a:noFill/>
            </a:ln>
            <a:effectLst>
              <a:reflection blurRad="6350" stA="50000" endA="300" endPos="90000" dir="5400000" sy="-100000" algn="bl" rotWithShape="0"/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txBody>
            <a:bodyPr vert="horz" lIns="68580" tIns="34290" rIns="68580" bIns="34290" rtlCol="0" anchor="t">
              <a:no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en-US" altLang="ko-KR" sz="32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HY견고딕" panose="02030600000101010101" pitchFamily="18" charset="-127"/>
                  <a:ea typeface="HY견고딕" panose="02030600000101010101" pitchFamily="18" charset="-127"/>
                </a:rPr>
                <a:t> </a:t>
              </a:r>
              <a:endParaRPr lang="ko-KR" altLang="en-US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9" name="제목 1">
              <a:extLst>
                <a:ext uri="{FF2B5EF4-FFF2-40B4-BE49-F238E27FC236}">
                  <a16:creationId xmlns:a16="http://schemas.microsoft.com/office/drawing/2014/main" id="{65E14C2D-A59E-4E3C-A1ED-02E7DEA4B932}"/>
                </a:ext>
              </a:extLst>
            </p:cNvPr>
            <p:cNvSpPr txBox="1">
              <a:spLocks/>
            </p:cNvSpPr>
            <p:nvPr/>
          </p:nvSpPr>
          <p:spPr>
            <a:xfrm>
              <a:off x="0" y="793750"/>
              <a:ext cx="9906000" cy="18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txBody>
            <a:bodyPr vert="horz" lIns="68580" tIns="34290" rIns="68580" bIns="34290" rtlCol="0" anchor="t">
              <a:no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50000"/>
                </a:lnSpc>
              </a:pPr>
              <a:r>
                <a:rPr lang="en-US" altLang="ko-KR"/>
                <a:t> </a:t>
              </a:r>
              <a:endParaRPr lang="ko-KR" altLang="en-US"/>
            </a:p>
          </p:txBody>
        </p:sp>
      </p:grp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2CA75990-58F4-17BC-ACFF-233E1C2B5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2610" y="2976"/>
            <a:ext cx="936905" cy="260677"/>
          </a:xfrm>
        </p:spPr>
        <p:txBody>
          <a:bodyPr lIns="0" tIns="0" rIns="0" bIns="0"/>
          <a:lstStyle>
            <a:lvl1pPr>
              <a:defRPr>
                <a:solidFill>
                  <a:srgbClr val="1F4E79"/>
                </a:solidFill>
              </a:defRPr>
            </a:lvl1pPr>
          </a:lstStyle>
          <a:p>
            <a:fld id="{EFCA3200-9B0E-4228-8EC3-EA433A48CEB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08457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B584F83-F08D-AE7A-8236-283E018D5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292404-B245-98F7-1C9D-6CA8D0D710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298AE3-BDF4-6576-A3CE-5EB1EC8536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Noto Sans KR Medium" panose="020B0600000000000000" pitchFamily="34" charset="-127"/>
                <a:ea typeface="Noto Sans KR Medium" panose="020B0600000000000000" pitchFamily="34" charset="-127"/>
              </a:defRPr>
            </a:lvl1pPr>
          </a:lstStyle>
          <a:p>
            <a:fld id="{B163947E-EC34-4653-8435-68AE3FFE77EB}" type="datetimeFigureOut">
              <a:rPr lang="ko-KR" altLang="en-US" smtClean="0"/>
              <a:pPr/>
              <a:t>2026. 8. 25.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BA0C53-35FC-599C-0388-9C0A784D1B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Noto Sans KR Medium" panose="020B0600000000000000" pitchFamily="34" charset="-127"/>
                <a:ea typeface="Noto Sans KR Medium" panose="020B0600000000000000" pitchFamily="34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F6347D-2E97-F174-CF99-B342024425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Noto Sans KR Medium" panose="020B0600000000000000" pitchFamily="34" charset="-127"/>
                <a:ea typeface="Noto Sans KR Medium" panose="020B0600000000000000" pitchFamily="34" charset="-127"/>
              </a:defRPr>
            </a:lvl1pPr>
          </a:lstStyle>
          <a:p>
            <a:fld id="{22A97576-9FB0-4720-A0DF-CF8E2767C8A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2802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0" r:id="rId3"/>
    <p:sldLayoutId id="2147483651" r:id="rId4"/>
    <p:sldLayoutId id="2147483653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Noto Sans KR Medium" panose="020B0600000000000000" pitchFamily="34" charset="-127"/>
          <a:ea typeface="Noto Sans KR Medium" panose="020B0600000000000000" pitchFamily="34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ans KR Medium" panose="020B0600000000000000" pitchFamily="34" charset="-127"/>
          <a:ea typeface="Noto Sans KR Medium" panose="020B0600000000000000" pitchFamily="34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 KR Medium" panose="020B0600000000000000" pitchFamily="34" charset="-127"/>
          <a:ea typeface="Noto Sans KR Medium" panose="020B0600000000000000" pitchFamily="34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 KR Medium" panose="020B0600000000000000" pitchFamily="34" charset="-127"/>
          <a:ea typeface="Noto Sans KR Medium" panose="020B0600000000000000" pitchFamily="34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 Medium" panose="020B0600000000000000" pitchFamily="34" charset="-127"/>
          <a:ea typeface="Noto Sans KR Medium" panose="020B0600000000000000" pitchFamily="34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 Medium" panose="020B0600000000000000" pitchFamily="34" charset="-127"/>
          <a:ea typeface="Noto Sans KR Medium" panose="020B0600000000000000" pitchFamily="34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4265CEC4-C656-2C7A-5464-5DDE26FF636B}"/>
              </a:ext>
            </a:extLst>
          </p:cNvPr>
          <p:cNvSpPr txBox="1">
            <a:spLocks/>
          </p:cNvSpPr>
          <p:nvPr/>
        </p:nvSpPr>
        <p:spPr>
          <a:xfrm>
            <a:off x="177324" y="1880880"/>
            <a:ext cx="11837352" cy="92474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ko-KR"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2D </a:t>
            </a:r>
            <a:r>
              <a:rPr lang="ko-KR" altLang="en-US"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도면 분석 및 </a:t>
            </a:r>
            <a:r>
              <a:rPr lang="en-US" altLang="ko-KR"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3D CAD </a:t>
            </a:r>
            <a:r>
              <a:rPr lang="ko-KR" altLang="en-US"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생성</a:t>
            </a:r>
            <a:endParaRPr lang="en-US" altLang="ko-KR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anose="020B0604020202020204" pitchFamily="34" charset="0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2C7C59D9-AD22-BE01-4147-B41D070A6C62}"/>
              </a:ext>
            </a:extLst>
          </p:cNvPr>
          <p:cNvSpPr txBox="1">
            <a:spLocks/>
          </p:cNvSpPr>
          <p:nvPr/>
        </p:nvSpPr>
        <p:spPr>
          <a:xfrm>
            <a:off x="2762251" y="3606482"/>
            <a:ext cx="6667500" cy="588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3200" spc="-50">
                <a:solidFill>
                  <a:srgbClr val="14243B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anose="020F0502020204030204" pitchFamily="34" charset="0"/>
              </a:rPr>
              <a:t>장영아</a:t>
            </a:r>
            <a:endParaRPr lang="en-US" altLang="ko-KR" sz="3200" spc="-50" dirty="0">
              <a:solidFill>
                <a:srgbClr val="14243B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7BFDC40C-A484-73E6-80E3-65658605465C}"/>
              </a:ext>
            </a:extLst>
          </p:cNvPr>
          <p:cNvSpPr txBox="1">
            <a:spLocks/>
          </p:cNvSpPr>
          <p:nvPr/>
        </p:nvSpPr>
        <p:spPr>
          <a:xfrm>
            <a:off x="1647826" y="5175715"/>
            <a:ext cx="8896350" cy="1593385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ko-KR"/>
            </a:defPPr>
            <a:lvl1pPr marL="0" algn="ctr" defTabSz="914400" rtl="0" eaLnBrk="1" latinLnBrk="1" hangingPunct="1">
              <a:defRPr lang="ko-KR" altLang="en-US" sz="1400" b="1" i="0" strike="noStrike" kern="1200" baseline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ko-KR" altLang="en-US" sz="1800">
                <a:solidFill>
                  <a:srgbClr val="14243B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Calibri" panose="020F0502020204030204" pitchFamily="34" charset="0"/>
              </a:rPr>
              <a:t>연합대학원생 </a:t>
            </a:r>
            <a:r>
              <a:rPr lang="en-US" altLang="ko-KR" sz="1800" b="0">
                <a:solidFill>
                  <a:srgbClr val="14243B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Calibri" panose="020F0502020204030204" pitchFamily="34" charset="0"/>
              </a:rPr>
              <a:t>:: </a:t>
            </a:r>
            <a:r>
              <a:rPr lang="ko-KR" altLang="en-US" sz="1800" b="0" dirty="0">
                <a:solidFill>
                  <a:srgbClr val="14243B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Calibri" panose="020F0502020204030204" pitchFamily="34" charset="0"/>
              </a:rPr>
              <a:t>인공지능응용연구실 </a:t>
            </a:r>
            <a:r>
              <a:rPr lang="en-US" altLang="ko-KR" sz="1800" b="0" dirty="0">
                <a:solidFill>
                  <a:srgbClr val="14243B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Calibri" panose="020F0502020204030204" pitchFamily="34" charset="0"/>
              </a:rPr>
              <a:t>::  </a:t>
            </a:r>
            <a:r>
              <a:rPr lang="ko-KR" altLang="en-US" sz="1800" b="0" dirty="0">
                <a:solidFill>
                  <a:srgbClr val="14243B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Calibri" panose="020F0502020204030204" pitchFamily="34" charset="0"/>
              </a:rPr>
              <a:t>한국원자력연구원 </a:t>
            </a:r>
            <a:r>
              <a:rPr lang="en-US" altLang="ko-KR" sz="1800" b="0" dirty="0">
                <a:solidFill>
                  <a:srgbClr val="14243B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Calibri" panose="020F0502020204030204" pitchFamily="34" charset="0"/>
              </a:rPr>
              <a:t>(KAERI)</a:t>
            </a:r>
          </a:p>
          <a:p>
            <a:pPr>
              <a:lnSpc>
                <a:spcPct val="130000"/>
              </a:lnSpc>
            </a:pPr>
            <a:r>
              <a:rPr lang="ko-KR" altLang="en-US" sz="1800">
                <a:solidFill>
                  <a:srgbClr val="14243B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Calibri" panose="020F0502020204030204" pitchFamily="34" charset="0"/>
              </a:rPr>
              <a:t>석박통과정 </a:t>
            </a:r>
            <a:r>
              <a:rPr lang="en-US" altLang="ko-KR" sz="1800" b="0" dirty="0">
                <a:solidFill>
                  <a:srgbClr val="14243B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Calibri" panose="020F0502020204030204" pitchFamily="34" charset="0"/>
              </a:rPr>
              <a:t>:: </a:t>
            </a:r>
            <a:r>
              <a:rPr lang="ko-KR" altLang="en-US" sz="1800" b="0" dirty="0">
                <a:solidFill>
                  <a:srgbClr val="14243B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Calibri" panose="020F0502020204030204" pitchFamily="34" charset="0"/>
              </a:rPr>
              <a:t>인공지능 전공 </a:t>
            </a:r>
            <a:r>
              <a:rPr lang="en-US" altLang="ko-KR" sz="1800" b="0" dirty="0">
                <a:solidFill>
                  <a:srgbClr val="14243B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Calibri" panose="020F0502020204030204" pitchFamily="34" charset="0"/>
              </a:rPr>
              <a:t>:: </a:t>
            </a:r>
            <a:r>
              <a:rPr lang="ko-KR" altLang="en-US" sz="1800" b="0" dirty="0">
                <a:solidFill>
                  <a:srgbClr val="14243B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Calibri" panose="020F0502020204030204" pitchFamily="34" charset="0"/>
              </a:rPr>
              <a:t>과학기술연합대학원대학교 </a:t>
            </a:r>
            <a:r>
              <a:rPr lang="en-US" altLang="ko-KR" sz="1800" b="0" dirty="0">
                <a:solidFill>
                  <a:srgbClr val="14243B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Calibri" panose="020F0502020204030204" pitchFamily="34" charset="0"/>
              </a:rPr>
              <a:t>(UST)</a:t>
            </a:r>
          </a:p>
          <a:p>
            <a:pPr>
              <a:lnSpc>
                <a:spcPct val="130000"/>
              </a:lnSpc>
            </a:pPr>
            <a:endParaRPr lang="en-US" altLang="ko-KR" sz="900" b="0" spc="-50" dirty="0">
              <a:solidFill>
                <a:srgbClr val="14243B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Calibri" panose="020F050202020403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ko-KR" sz="1800" b="0" spc="-50">
                <a:solidFill>
                  <a:srgbClr val="14243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Calibri" panose="020F0502020204030204" pitchFamily="34" charset="0"/>
              </a:rPr>
              <a:t>jya03@kaeri.re.kr</a:t>
            </a:r>
            <a:br>
              <a:rPr lang="en-US" altLang="ko-KR" sz="1800" b="0" spc="-50" dirty="0">
                <a:solidFill>
                  <a:srgbClr val="14243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Calibri" panose="020F0502020204030204" pitchFamily="34" charset="0"/>
              </a:rPr>
            </a:br>
            <a:endParaRPr lang="en-US" altLang="ko-KR" sz="1800" b="0" spc="-50" dirty="0">
              <a:solidFill>
                <a:srgbClr val="14243B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Calibri" panose="020F0502020204030204" pitchFamily="34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2D04959-F7D0-0771-987A-587D0BEAD33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1482" y="397649"/>
            <a:ext cx="1356473" cy="634388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F72D408F-0900-26AB-DE3A-9789FE8AF332}"/>
              </a:ext>
            </a:extLst>
          </p:cNvPr>
          <p:cNvGrpSpPr/>
          <p:nvPr/>
        </p:nvGrpSpPr>
        <p:grpSpPr>
          <a:xfrm>
            <a:off x="9251274" y="88900"/>
            <a:ext cx="2940726" cy="991118"/>
            <a:chOff x="4440180" y="65289"/>
            <a:chExt cx="3080835" cy="1038340"/>
          </a:xfrm>
        </p:grpSpPr>
        <p:pic>
          <p:nvPicPr>
            <p:cNvPr id="9" name="그림 8" descr="달, 창의성, 예술, 천문학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9AF8189C-01AD-C5BE-08E2-F3087CD522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40180" y="65289"/>
              <a:ext cx="1038340" cy="1038340"/>
            </a:xfrm>
            <a:prstGeom prst="rect">
              <a:avLst/>
            </a:prstGeom>
          </p:spPr>
        </p:pic>
        <p:sp>
          <p:nvSpPr>
            <p:cNvPr id="10" name="제목 1">
              <a:extLst>
                <a:ext uri="{FF2B5EF4-FFF2-40B4-BE49-F238E27FC236}">
                  <a16:creationId xmlns:a16="http://schemas.microsoft.com/office/drawing/2014/main" id="{A87D8AD4-DE19-3B75-5B0C-5DF7BC5F0C48}"/>
                </a:ext>
              </a:extLst>
            </p:cNvPr>
            <p:cNvSpPr txBox="1">
              <a:spLocks/>
            </p:cNvSpPr>
            <p:nvPr/>
          </p:nvSpPr>
          <p:spPr>
            <a:xfrm>
              <a:off x="5064360" y="278139"/>
              <a:ext cx="2456655" cy="612637"/>
            </a:xfrm>
            <a:prstGeom prst="rect">
              <a:avLst/>
            </a:prstGeom>
          </p:spPr>
          <p:txBody>
            <a:bodyPr vert="horz" wrap="square" lIns="91440" tIns="45720" rIns="91440" bIns="45720" rtlCol="0" anchor="ctr">
              <a:spAutoFit/>
            </a:bodyPr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00000"/>
                </a:lnSpc>
              </a:pPr>
              <a:r>
                <a:rPr lang="ko-KR" altLang="en-US" sz="1600" dirty="0"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anose="020B0604020202020204" pitchFamily="34" charset="0"/>
                </a:rPr>
                <a:t>인공지능응용연구실</a:t>
              </a:r>
              <a:endParaRPr lang="en-US" altLang="ko-KR" sz="1600" dirty="0"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endParaRPr>
            </a:p>
            <a:p>
              <a:pPr algn="ctr">
                <a:lnSpc>
                  <a:spcPct val="100000"/>
                </a:lnSpc>
              </a:pPr>
              <a:r>
                <a:rPr lang="en-US" altLang="ko-KR" sz="1500" dirty="0">
                  <a:latin typeface="KoPub돋움체 Light" panose="02020603020101020101" pitchFamily="18" charset="-127"/>
                  <a:ea typeface="KoPub돋움체 Light" panose="02020603020101020101" pitchFamily="18" charset="-127"/>
                  <a:cs typeface="Arial" panose="020B0604020202020204" pitchFamily="34" charset="0"/>
                </a:rPr>
                <a:t>Applied AI Section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24066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F1C31-3739-AF4A-273C-DAF3E4B6F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4E678A-3CFF-AAB8-EED1-B8FAD613B964}"/>
              </a:ext>
            </a:extLst>
          </p:cNvPr>
          <p:cNvSpPr txBox="1"/>
          <p:nvPr/>
        </p:nvSpPr>
        <p:spPr>
          <a:xfrm>
            <a:off x="82548" y="854983"/>
            <a:ext cx="12036967" cy="2802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 indent="-2667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연구 배경</a:t>
            </a:r>
            <a:endParaRPr lang="en-US" altLang="ko-KR" sz="20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  </a:t>
            </a: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 </a:t>
            </a: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텍스트</a:t>
            </a: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</a:t>
            </a: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이미</a:t>
            </a: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</a:t>
            </a: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벡터 실험에서 벡터가 가장 높은 생성 성능을 보임</a:t>
            </a:r>
            <a:endParaRPr lang="en-US" altLang="ko-KR" sz="20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  - </a:t>
            </a: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벡터의 경우 도면</a:t>
            </a: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+ </a:t>
            </a: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정확한 치수 존재</a:t>
            </a:r>
            <a:endParaRPr lang="en-US" altLang="ko-KR" sz="20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itchFamily="2" charset="2"/>
              </a:rPr>
              <a:t>    -</a:t>
            </a: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벡터 </a:t>
            </a: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– 3</a:t>
            </a: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면도</a:t>
            </a: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</a:t>
            </a: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치수 때문이지 분리해 확인 </a:t>
            </a:r>
            <a:endParaRPr lang="en-US" altLang="ko-KR" sz="20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	   </a:t>
            </a: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itchFamily="2" charset="2"/>
              </a:rPr>
              <a:t> 3</a:t>
            </a: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itchFamily="2" charset="2"/>
              </a:rPr>
              <a:t>면도만 있을때가 치수만 있을때보다 나음</a:t>
            </a:r>
            <a:endParaRPr lang="en-US" altLang="ko-KR" sz="20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itchFamily="2" charset="2"/>
              </a:rPr>
              <a:t>                            </a:t>
            </a:r>
            <a:endParaRPr lang="en-US" altLang="ko-KR" sz="2000">
              <a:latin typeface="KoPub돋움체 Medium" panose="02020603020101020101" pitchFamily="18" charset="-127"/>
              <a:ea typeface="KoPub돋움체 Medium" panose="02020603020101020101" pitchFamily="18" charset="-127"/>
              <a:sym typeface="Wingdings" pitchFamily="2" charset="2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15AF386F-F737-33B5-D984-77E44438C31E}"/>
              </a:ext>
            </a:extLst>
          </p:cNvPr>
          <p:cNvSpPr txBox="1">
            <a:spLocks/>
          </p:cNvSpPr>
          <p:nvPr/>
        </p:nvSpPr>
        <p:spPr>
          <a:xfrm>
            <a:off x="82548" y="196431"/>
            <a:ext cx="12109451" cy="44428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2800" b="1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 sz="3200" b="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연구 배경 및 필요성</a:t>
            </a:r>
            <a:endParaRPr lang="en-US" altLang="ko-KR" sz="3200" b="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92A8E0C-1EF3-1C50-B4D6-002C9247FD09}"/>
              </a:ext>
            </a:extLst>
          </p:cNvPr>
          <p:cNvSpPr txBox="1"/>
          <p:nvPr/>
        </p:nvSpPr>
        <p:spPr>
          <a:xfrm>
            <a:off x="0" y="6611779"/>
            <a:ext cx="12192000" cy="246221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defTabSz="457200" latinLnBrk="0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calibri" panose="020F0502020204030204" pitchFamily="34" charset="0"/>
              </a:rPr>
              <a:t>참고문헌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46" name="슬라이드 번호 개체 틀 4">
            <a:extLst>
              <a:ext uri="{FF2B5EF4-FFF2-40B4-BE49-F238E27FC236}">
                <a16:creationId xmlns:a16="http://schemas.microsoft.com/office/drawing/2014/main" id="{FE783135-A5CE-E33D-0F56-8A6C7AF0F064}"/>
              </a:ext>
            </a:extLst>
          </p:cNvPr>
          <p:cNvSpPr txBox="1">
            <a:spLocks/>
          </p:cNvSpPr>
          <p:nvPr/>
        </p:nvSpPr>
        <p:spPr>
          <a:xfrm>
            <a:off x="11202707" y="6595826"/>
            <a:ext cx="936905" cy="26067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1F4E79"/>
                </a:solidFill>
                <a:latin typeface="Noto Sans KR Medium" panose="020B0600000000000000" pitchFamily="34" charset="-127"/>
                <a:ea typeface="Noto Sans KR Medium" panose="020B0600000000000000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CA3200-9B0E-4228-8EC3-EA433A48CEB5}" type="slidenum">
              <a:rPr lang="en-US" altLang="ko-KR" smtClean="0"/>
              <a:pPr/>
              <a:t>2</a:t>
            </a:fld>
            <a:endParaRPr lang="ko-KR" altLang="en-US" sz="1050" dirty="0">
              <a:solidFill>
                <a:schemeClr val="bg1">
                  <a:lumMod val="50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calibri" panose="020F050202020403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B4AED7C-659F-C0CB-67CE-5925A11718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3872065"/>
            <a:ext cx="7772400" cy="2446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468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03572-82D8-81D3-6F78-47E7FA261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472A96DD-3510-3465-3F80-639709D75532}"/>
              </a:ext>
            </a:extLst>
          </p:cNvPr>
          <p:cNvSpPr txBox="1">
            <a:spLocks/>
          </p:cNvSpPr>
          <p:nvPr/>
        </p:nvSpPr>
        <p:spPr>
          <a:xfrm>
            <a:off x="82548" y="196431"/>
            <a:ext cx="12109451" cy="44428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2800" b="1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 sz="3200" b="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연구 목표 및 추진 전략</a:t>
            </a:r>
            <a:endParaRPr lang="en-US" altLang="ko-KR" sz="3200" b="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1CC005-C0A7-E6D5-88C0-7E9AA1590B6B}"/>
              </a:ext>
            </a:extLst>
          </p:cNvPr>
          <p:cNvSpPr txBox="1"/>
          <p:nvPr/>
        </p:nvSpPr>
        <p:spPr>
          <a:xfrm>
            <a:off x="0" y="6611779"/>
            <a:ext cx="12192000" cy="246221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defTabSz="457200" latinLnBrk="0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calibri" panose="020F0502020204030204" pitchFamily="34" charset="0"/>
              </a:rPr>
              <a:t>참고문헌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BF06A5-D2D6-3D91-C277-93C7D20DA670}"/>
              </a:ext>
            </a:extLst>
          </p:cNvPr>
          <p:cNvSpPr txBox="1"/>
          <p:nvPr/>
        </p:nvSpPr>
        <p:spPr>
          <a:xfrm>
            <a:off x="82548" y="854983"/>
            <a:ext cx="12036967" cy="141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 indent="-2667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</a:t>
            </a:r>
            <a:r>
              <a:rPr lang="ko-KR" altLang="en-US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문제</a:t>
            </a:r>
            <a:r>
              <a:rPr lang="en-US" altLang="ko-KR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 </a:t>
            </a:r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해결 과제</a:t>
            </a:r>
            <a:endParaRPr lang="en-US" altLang="ko-KR" sz="20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  - </a:t>
            </a: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실제로는 </a:t>
            </a: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3</a:t>
            </a: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면도가 있을 경우 적음 </a:t>
            </a:r>
            <a:endParaRPr lang="en-US" altLang="ko-KR" sz="20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  -</a:t>
            </a: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ai</a:t>
            </a: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로 </a:t>
            </a: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3</a:t>
            </a: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면도를 생성해서 했을때도 등각 이미지 하나보다 나을까</a:t>
            </a: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?</a:t>
            </a:r>
            <a:endParaRPr lang="en-US" altLang="ko-KR" sz="20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879917-37A5-B62E-EB4E-E75E45CE8A8C}"/>
              </a:ext>
            </a:extLst>
          </p:cNvPr>
          <p:cNvSpPr txBox="1"/>
          <p:nvPr/>
        </p:nvSpPr>
        <p:spPr>
          <a:xfrm>
            <a:off x="102645" y="2449168"/>
            <a:ext cx="12036967" cy="141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 indent="-2667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</a:t>
            </a:r>
            <a:r>
              <a:rPr lang="ko-KR" altLang="en-US" sz="200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결과</a:t>
            </a:r>
            <a:r>
              <a:rPr lang="en-US" altLang="ko-KR" sz="200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 </a:t>
            </a:r>
            <a:endParaRPr lang="en-US" altLang="ko-KR" sz="20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  - </a:t>
            </a: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itchFamily="2" charset="2"/>
              </a:rPr>
              <a:t>벡터</a:t>
            </a: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itchFamily="2" charset="2"/>
              </a:rPr>
              <a:t>(3</a:t>
            </a: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itchFamily="2" charset="2"/>
              </a:rPr>
              <a:t>면</a:t>
            </a: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itchFamily="2" charset="2"/>
              </a:rPr>
              <a:t>+</a:t>
            </a: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itchFamily="2" charset="2"/>
              </a:rPr>
              <a:t>치수</a:t>
            </a: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itchFamily="2" charset="2"/>
              </a:rPr>
              <a:t>)</a:t>
            </a: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itchFamily="2" charset="2"/>
              </a:rPr>
              <a:t> </a:t>
            </a: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itchFamily="2" charset="2"/>
              </a:rPr>
              <a:t>/ 3</a:t>
            </a: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itchFamily="2" charset="2"/>
              </a:rPr>
              <a:t>면도 이미지 상상 </a:t>
            </a: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itchFamily="2" charset="2"/>
              </a:rPr>
              <a:t>/ 3</a:t>
            </a: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itchFamily="2" charset="2"/>
              </a:rPr>
              <a:t>면도 이미지 </a:t>
            </a: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itchFamily="2" charset="2"/>
              </a:rPr>
              <a:t>/ 3D </a:t>
            </a: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itchFamily="2" charset="2"/>
              </a:rPr>
              <a:t>이미지 비교 </a:t>
            </a:r>
            <a:endParaRPr lang="en-US" altLang="ko-KR" sz="2000">
              <a:latin typeface="KoPub돋움체 Medium" panose="02020603020101020101" pitchFamily="18" charset="-127"/>
              <a:ea typeface="KoPub돋움체 Medium" panose="02020603020101020101" pitchFamily="18" charset="-127"/>
              <a:sym typeface="Wingdings" pitchFamily="2" charset="2"/>
            </a:endParaRPr>
          </a:p>
          <a:p>
            <a:pPr>
              <a:lnSpc>
                <a:spcPct val="150000"/>
              </a:lnSpc>
            </a:pP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itchFamily="2" charset="2"/>
              </a:rPr>
              <a:t>    </a:t>
            </a: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itchFamily="2" charset="2"/>
              </a:rPr>
              <a:t>- </a:t>
            </a: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itchFamily="2" charset="2"/>
              </a:rPr>
              <a:t>벡터 </a:t>
            </a: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itchFamily="2" charset="2"/>
              </a:rPr>
              <a:t>&gt; 3</a:t>
            </a: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itchFamily="2" charset="2"/>
              </a:rPr>
              <a:t>면도 이미지 </a:t>
            </a: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itchFamily="2" charset="2"/>
              </a:rPr>
              <a:t>&gt; 3</a:t>
            </a: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itchFamily="2" charset="2"/>
              </a:rPr>
              <a:t>면도 이미지 상상 </a:t>
            </a: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itchFamily="2" charset="2"/>
              </a:rPr>
              <a:t>&gt; 3D </a:t>
            </a: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itchFamily="2" charset="2"/>
              </a:rPr>
              <a:t>이미지 </a:t>
            </a: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itchFamily="2" charset="2"/>
              </a:rPr>
              <a:t>(n=30)</a:t>
            </a:r>
          </a:p>
        </p:txBody>
      </p:sp>
      <p:sp>
        <p:nvSpPr>
          <p:cNvPr id="18" name="슬라이드 번호 개체 틀 4">
            <a:extLst>
              <a:ext uri="{FF2B5EF4-FFF2-40B4-BE49-F238E27FC236}">
                <a16:creationId xmlns:a16="http://schemas.microsoft.com/office/drawing/2014/main" id="{BECACE85-2CAD-4568-93D8-62823818634D}"/>
              </a:ext>
            </a:extLst>
          </p:cNvPr>
          <p:cNvSpPr txBox="1">
            <a:spLocks/>
          </p:cNvSpPr>
          <p:nvPr/>
        </p:nvSpPr>
        <p:spPr>
          <a:xfrm>
            <a:off x="11202707" y="6595826"/>
            <a:ext cx="936905" cy="26067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1F4E79"/>
                </a:solidFill>
                <a:latin typeface="Noto Sans KR Medium" panose="020B0600000000000000" pitchFamily="34" charset="-127"/>
                <a:ea typeface="Noto Sans KR Medium" panose="020B0600000000000000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CA3200-9B0E-4228-8EC3-EA433A48CEB5}" type="slidenum">
              <a:rPr lang="en-US" altLang="ko-KR" smtClean="0"/>
              <a:pPr/>
              <a:t>3</a:t>
            </a:fld>
            <a:endParaRPr lang="ko-KR" altLang="en-US" sz="1050" dirty="0">
              <a:solidFill>
                <a:schemeClr val="bg1">
                  <a:lumMod val="50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calibri" panose="020F050202020403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FF43836-5823-4C01-03EE-9F146A2870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3947" y="4008832"/>
            <a:ext cx="4178618" cy="28476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1089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CA9A3-BD84-6B2D-6DD5-13BC6326C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6FF87216-A0F0-8BA5-F81D-F1E4A6980066}"/>
              </a:ext>
            </a:extLst>
          </p:cNvPr>
          <p:cNvSpPr txBox="1">
            <a:spLocks/>
          </p:cNvSpPr>
          <p:nvPr/>
        </p:nvSpPr>
        <p:spPr>
          <a:xfrm>
            <a:off x="82548" y="196431"/>
            <a:ext cx="12109451" cy="44428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2800" b="1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 sz="3200" b="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연구개발 현재 상황</a:t>
            </a:r>
            <a:endParaRPr lang="en-US" altLang="ko-KR" sz="3200" b="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82547-E2DE-260B-E7D9-302F5EF7E046}"/>
              </a:ext>
            </a:extLst>
          </p:cNvPr>
          <p:cNvSpPr txBox="1"/>
          <p:nvPr/>
        </p:nvSpPr>
        <p:spPr>
          <a:xfrm>
            <a:off x="0" y="6611779"/>
            <a:ext cx="12192000" cy="246221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defTabSz="457200" latinLnBrk="0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calibri" panose="020F0502020204030204" pitchFamily="34" charset="0"/>
              </a:rPr>
              <a:t>참고문헌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D2F826-D536-AD8C-6B6F-C38DA91F6407}"/>
              </a:ext>
            </a:extLst>
          </p:cNvPr>
          <p:cNvSpPr txBox="1"/>
          <p:nvPr/>
        </p:nvSpPr>
        <p:spPr>
          <a:xfrm>
            <a:off x="82548" y="854983"/>
            <a:ext cx="12036967" cy="141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 indent="-2667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완료 사항</a:t>
            </a:r>
            <a:endParaRPr lang="en-US" altLang="ko-KR" sz="20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  -</a:t>
            </a: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itchFamily="2" charset="2"/>
              </a:rPr>
              <a:t> </a:t>
            </a:r>
            <a:r>
              <a:rPr lang="ko-KR" altLang="en-US" sz="2000">
                <a:solidFill>
                  <a:srgbClr val="2626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치수가 포함된 2D 도면(DXF)으로 도형과 치수 문자를 따로 판독 </a:t>
            </a:r>
            <a:r>
              <a:rPr lang="en-US" altLang="ko-KR" sz="2000">
                <a:solidFill>
                  <a:srgbClr val="2626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sym typeface="Wingdings" pitchFamily="2" charset="2"/>
              </a:rPr>
              <a:t> </a:t>
            </a:r>
            <a:r>
              <a:rPr lang="ko-KR" altLang="en-US" sz="2000">
                <a:solidFill>
                  <a:srgbClr val="26262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3D 현상 생성</a:t>
            </a:r>
            <a:endParaRPr lang="en-US" altLang="ko-KR" sz="20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  </a:t>
            </a:r>
            <a:endParaRPr lang="en-US" altLang="ko-KR" sz="20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9" name="슬라이드 번호 개체 틀 4">
            <a:extLst>
              <a:ext uri="{FF2B5EF4-FFF2-40B4-BE49-F238E27FC236}">
                <a16:creationId xmlns:a16="http://schemas.microsoft.com/office/drawing/2014/main" id="{408FC57C-66E6-3C17-3E96-29B7BDFDB092}"/>
              </a:ext>
            </a:extLst>
          </p:cNvPr>
          <p:cNvSpPr txBox="1">
            <a:spLocks/>
          </p:cNvSpPr>
          <p:nvPr/>
        </p:nvSpPr>
        <p:spPr>
          <a:xfrm>
            <a:off x="11202707" y="6595826"/>
            <a:ext cx="936905" cy="26067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1F4E79"/>
                </a:solidFill>
                <a:latin typeface="Noto Sans KR Medium" panose="020B0600000000000000" pitchFamily="34" charset="-127"/>
                <a:ea typeface="Noto Sans KR Medium" panose="020B0600000000000000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CA3200-9B0E-4228-8EC3-EA433A48CEB5}" type="slidenum">
              <a:rPr lang="en-US" altLang="ko-KR" smtClean="0"/>
              <a:pPr/>
              <a:t>4</a:t>
            </a:fld>
            <a:endParaRPr lang="ko-KR" altLang="en-US" sz="1050" dirty="0">
              <a:solidFill>
                <a:schemeClr val="bg1">
                  <a:lumMod val="50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2AE195-6ECF-3EC9-5DBA-BBD4DE29A4EA}"/>
              </a:ext>
            </a:extLst>
          </p:cNvPr>
          <p:cNvSpPr txBox="1"/>
          <p:nvPr/>
        </p:nvSpPr>
        <p:spPr>
          <a:xfrm>
            <a:off x="6226048" y="-18534"/>
            <a:ext cx="5965951" cy="415498"/>
          </a:xfrm>
          <a:prstGeom prst="rect">
            <a:avLst/>
          </a:prstGeom>
          <a:noFill/>
        </p:spPr>
        <p:txBody>
          <a:bodyPr wrap="square" lIns="72000" rIns="72000" anchor="t">
            <a:spAutoFit/>
          </a:bodyPr>
          <a:lstStyle/>
          <a:p>
            <a:pPr algn="r" defTabSz="457200" latinLnBrk="0">
              <a:tabLst>
                <a:tab pos="6369050" algn="l"/>
              </a:tabLst>
            </a:pPr>
            <a:r>
              <a:rPr lang="en-US" altLang="ko-KR" sz="1050">
                <a:solidFill>
                  <a:schemeClr val="bg1">
                    <a:lumMod val="50000"/>
                  </a:schemeClr>
                </a:solidFill>
                <a:ea typeface="KoPub돋움체 Light" panose="02020603020101020101" pitchFamily="18" charset="-127"/>
                <a:cs typeface="calibri" panose="020F0502020204030204" pitchFamily="34" charset="0"/>
              </a:rPr>
              <a:t>※ DXF(</a:t>
            </a:r>
            <a:r>
              <a:rPr lang="ko-KR" altLang="ko-KR" sz="1050">
                <a:solidFill>
                  <a:schemeClr val="bg1">
                    <a:lumMod val="50000"/>
                  </a:schemeClr>
                </a:solidFill>
                <a:ea typeface="KoPub돋움체 Light" panose="02020603020101020101" pitchFamily="18" charset="-127"/>
                <a:cs typeface="calibri" panose="020F0502020204030204" pitchFamily="34" charset="0"/>
              </a:rPr>
              <a:t>Drawing Exchange Format</a:t>
            </a:r>
            <a:r>
              <a:rPr lang="en-US" altLang="ko-KR" sz="1050">
                <a:solidFill>
                  <a:schemeClr val="bg1">
                    <a:lumMod val="50000"/>
                  </a:schemeClr>
                </a:solidFill>
                <a:ea typeface="KoPub돋움체 Light" panose="02020603020101020101" pitchFamily="18" charset="-127"/>
                <a:cs typeface="calibri" panose="020F0502020204030204" pitchFamily="34" charset="0"/>
              </a:rPr>
              <a:t>) : </a:t>
            </a:r>
            <a:r>
              <a:rPr lang="ko-KR" altLang="ko-KR" sz="1050">
                <a:solidFill>
                  <a:schemeClr val="bg1">
                    <a:lumMod val="50000"/>
                  </a:schemeClr>
                </a:solidFill>
                <a:ea typeface="KoPub돋움체 Light" panose="02020603020101020101" pitchFamily="18" charset="-127"/>
                <a:cs typeface="calibri" panose="020F0502020204030204" pitchFamily="34" charset="0"/>
              </a:rPr>
              <a:t>Autodesk가 AutoCAD 도면 데이터를 다른 CAD</a:t>
            </a:r>
            <a:r>
              <a:rPr lang="en-US" altLang="ko-KR" sz="1050">
                <a:solidFill>
                  <a:schemeClr val="bg1">
                    <a:lumMod val="50000"/>
                  </a:schemeClr>
                </a:solidFill>
                <a:ea typeface="KoPub돋움체 Light" panose="02020603020101020101" pitchFamily="18" charset="-127"/>
                <a:cs typeface="calibri" panose="020F0502020204030204" pitchFamily="34" charset="0"/>
              </a:rPr>
              <a:t> </a:t>
            </a:r>
            <a:r>
              <a:rPr lang="ko-KR" altLang="ko-KR" sz="1050">
                <a:solidFill>
                  <a:schemeClr val="bg1">
                    <a:lumMod val="50000"/>
                  </a:schemeClr>
                </a:solidFill>
                <a:ea typeface="KoPub돋움체 Light" panose="02020603020101020101" pitchFamily="18" charset="-127"/>
                <a:cs typeface="calibri" panose="020F0502020204030204" pitchFamily="34" charset="0"/>
              </a:rPr>
              <a:t>프로그램과</a:t>
            </a:r>
            <a:r>
              <a:rPr lang="en-US" altLang="ko-KR" sz="1050">
                <a:solidFill>
                  <a:schemeClr val="bg1">
                    <a:lumMod val="50000"/>
                  </a:schemeClr>
                </a:solidFill>
                <a:ea typeface="KoPub돋움체 Light" panose="02020603020101020101" pitchFamily="18" charset="-127"/>
                <a:cs typeface="calibri" panose="020F0502020204030204" pitchFamily="34" charset="0"/>
              </a:rPr>
              <a:t> </a:t>
            </a:r>
            <a:r>
              <a:rPr lang="ko-KR" altLang="ko-KR" sz="1050">
                <a:solidFill>
                  <a:schemeClr val="bg1">
                    <a:lumMod val="50000"/>
                  </a:schemeClr>
                </a:solidFill>
                <a:ea typeface="KoPub돋움체 Light" panose="02020603020101020101" pitchFamily="18" charset="-127"/>
                <a:cs typeface="calibri" panose="020F0502020204030204" pitchFamily="34" charset="0"/>
              </a:rPr>
              <a:t>호환하고 공유하기 위해 개발한 개방형 벡터 파일 포맷</a:t>
            </a:r>
            <a:endParaRPr lang="en-US" altLang="ko-KR" sz="1050" dirty="0">
              <a:solidFill>
                <a:schemeClr val="bg1">
                  <a:lumMod val="50000"/>
                </a:schemeClr>
              </a:solidFill>
              <a:ea typeface="KoPub돋움체 Light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EBAD437A-A59A-DA0F-B22A-091C0774DF4F}"/>
              </a:ext>
            </a:extLst>
          </p:cNvPr>
          <p:cNvSpPr/>
          <p:nvPr/>
        </p:nvSpPr>
        <p:spPr>
          <a:xfrm>
            <a:off x="492760" y="2135647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F4B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① DXF / 치수 포함 2D 도면</a:t>
            </a:r>
            <a:endParaRPr lang="en-US" sz="1350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12DBE0B-7261-7A6E-112D-3A4E777E0E47}"/>
              </a:ext>
            </a:extLst>
          </p:cNvPr>
          <p:cNvSpPr/>
          <p:nvPr/>
        </p:nvSpPr>
        <p:spPr>
          <a:xfrm>
            <a:off x="6436360" y="2135647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F4B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② 생성된 3D 형상</a:t>
            </a:r>
            <a:endParaRPr lang="en-US" sz="1350" dirty="0"/>
          </a:p>
        </p:txBody>
      </p:sp>
      <p:pic>
        <p:nvPicPr>
          <p:cNvPr id="5" name="Image 0" descr="/mnt/data/ppt_work/dxf_input_view.png">
            <a:extLst>
              <a:ext uri="{FF2B5EF4-FFF2-40B4-BE49-F238E27FC236}">
                <a16:creationId xmlns:a16="http://schemas.microsoft.com/office/drawing/2014/main" id="{E6B9A63D-F207-96FD-D651-A42BF67A17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06" b="906"/>
          <a:stretch/>
        </p:blipFill>
        <p:spPr>
          <a:xfrm>
            <a:off x="492760" y="2483119"/>
            <a:ext cx="5074920" cy="3218688"/>
          </a:xfrm>
          <a:prstGeom prst="rect">
            <a:avLst/>
          </a:prstGeom>
        </p:spPr>
      </p:pic>
      <p:pic>
        <p:nvPicPr>
          <p:cNvPr id="8" name="Image 1" descr="/mnt/data/ppt_work/cad_output_view.png">
            <a:extLst>
              <a:ext uri="{FF2B5EF4-FFF2-40B4-BE49-F238E27FC236}">
                <a16:creationId xmlns:a16="http://schemas.microsoft.com/office/drawing/2014/main" id="{BB4CCD59-D571-F7D8-F8D3-7723637202E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365" b="2365"/>
          <a:stretch/>
        </p:blipFill>
        <p:spPr>
          <a:xfrm>
            <a:off x="6436360" y="2483119"/>
            <a:ext cx="5230368" cy="3218688"/>
          </a:xfrm>
          <a:prstGeom prst="rect">
            <a:avLst/>
          </a:prstGeom>
        </p:spPr>
      </p:pic>
      <p:sp>
        <p:nvSpPr>
          <p:cNvPr id="9" name="Shape 5">
            <a:extLst>
              <a:ext uri="{FF2B5EF4-FFF2-40B4-BE49-F238E27FC236}">
                <a16:creationId xmlns:a16="http://schemas.microsoft.com/office/drawing/2014/main" id="{2CE9C78B-1AEA-5EE4-48FC-A2C4FA323A5F}"/>
              </a:ext>
            </a:extLst>
          </p:cNvPr>
          <p:cNvSpPr/>
          <p:nvPr/>
        </p:nvSpPr>
        <p:spPr>
          <a:xfrm>
            <a:off x="5695696" y="3543823"/>
            <a:ext cx="530352" cy="658368"/>
          </a:xfrm>
          <a:prstGeom prst="chevron">
            <a:avLst/>
          </a:prstGeom>
          <a:solidFill>
            <a:srgbClr val="9ABFC4"/>
          </a:solidFill>
          <a:ln w="12700">
            <a:solidFill>
              <a:srgbClr val="9ABF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5C17E27-A072-D558-8678-52207F0A09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3659" y="5084225"/>
            <a:ext cx="2058988" cy="1267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234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CDCCD-31E1-BD0E-6A54-D949B7136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3E23B94F-4741-5308-5BDB-88B747863845}"/>
              </a:ext>
            </a:extLst>
          </p:cNvPr>
          <p:cNvSpPr txBox="1">
            <a:spLocks/>
          </p:cNvSpPr>
          <p:nvPr/>
        </p:nvSpPr>
        <p:spPr>
          <a:xfrm>
            <a:off x="82548" y="196431"/>
            <a:ext cx="12109451" cy="44428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2800" b="1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 sz="3200" b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향후 계획</a:t>
            </a:r>
            <a:endParaRPr lang="en-US" altLang="ko-KR" sz="3200" b="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F44433-1608-3750-EBA9-4FBA31B1B721}"/>
              </a:ext>
            </a:extLst>
          </p:cNvPr>
          <p:cNvSpPr txBox="1"/>
          <p:nvPr/>
        </p:nvSpPr>
        <p:spPr>
          <a:xfrm>
            <a:off x="0" y="6611779"/>
            <a:ext cx="12192000" cy="246221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defTabSz="457200" latinLnBrk="0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calibri" panose="020F0502020204030204" pitchFamily="34" charset="0"/>
              </a:rPr>
              <a:t>참고문헌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E529DC-FD7A-64A4-15BC-89484D74247E}"/>
              </a:ext>
            </a:extLst>
          </p:cNvPr>
          <p:cNvSpPr txBox="1"/>
          <p:nvPr/>
        </p:nvSpPr>
        <p:spPr>
          <a:xfrm>
            <a:off x="82548" y="854983"/>
            <a:ext cx="12036967" cy="2772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 indent="-2667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향후 계획</a:t>
            </a:r>
            <a:endParaRPr lang="en-US" altLang="ko-KR" sz="200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  - PDF</a:t>
            </a: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에서 수치</a:t>
            </a: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실선</a:t>
            </a: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점선 분리 가능하게 해서 </a:t>
            </a: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DXF/STEP </a:t>
            </a:r>
            <a:r>
              <a:rPr lang="ko-KR" altLang="en-US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파일로 변환</a:t>
            </a:r>
            <a:endParaRPr lang="en-US" altLang="ko-KR" sz="20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  - </a:t>
            </a:r>
            <a:r>
              <a:rPr lang="en-US" altLang="ko-KR"/>
              <a:t>부품 외형</a:t>
            </a:r>
            <a:r>
              <a:rPr lang="ko-KR" altLang="ko-KR" sz="2000"/>
              <a:t> </a:t>
            </a:r>
            <a:r>
              <a:rPr lang="en-US" altLang="ko-KR" sz="2000"/>
              <a:t>/ </a:t>
            </a:r>
            <a:r>
              <a:rPr lang="en-US" altLang="ko-KR"/>
              <a:t>치수선·보조선·지시선·화살촉</a:t>
            </a:r>
            <a:r>
              <a:rPr lang="ko-KR" altLang="ko-KR" sz="2000"/>
              <a:t> </a:t>
            </a:r>
            <a:r>
              <a:rPr lang="en-US" altLang="ko-KR" sz="2000"/>
              <a:t>/ </a:t>
            </a:r>
            <a:r>
              <a:rPr lang="en-US" altLang="ko-KR"/>
              <a:t>수치	</a:t>
            </a:r>
            <a:endParaRPr lang="ko-KR" altLang="en-US"/>
          </a:p>
          <a:p>
            <a:endParaRPr lang="ko-KR" altLang="ko-KR"/>
          </a:p>
          <a:p>
            <a:pPr>
              <a:lnSpc>
                <a:spcPct val="100000"/>
              </a:lnSpc>
            </a:pPr>
            <a:endParaRPr lang="en-US" altLang="ko-KR" sz="20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200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  </a:t>
            </a:r>
            <a:endParaRPr lang="en-US" altLang="ko-KR" sz="20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7" name="슬라이드 번호 개체 틀 4">
            <a:extLst>
              <a:ext uri="{FF2B5EF4-FFF2-40B4-BE49-F238E27FC236}">
                <a16:creationId xmlns:a16="http://schemas.microsoft.com/office/drawing/2014/main" id="{89DF7994-46B1-8715-1538-8D47316C23CD}"/>
              </a:ext>
            </a:extLst>
          </p:cNvPr>
          <p:cNvSpPr txBox="1">
            <a:spLocks/>
          </p:cNvSpPr>
          <p:nvPr/>
        </p:nvSpPr>
        <p:spPr>
          <a:xfrm>
            <a:off x="11202707" y="6595826"/>
            <a:ext cx="936905" cy="26067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1F4E79"/>
                </a:solidFill>
                <a:latin typeface="Noto Sans KR Medium" panose="020B0600000000000000" pitchFamily="34" charset="-127"/>
                <a:ea typeface="Noto Sans KR Medium" panose="020B0600000000000000" pitchFamily="34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FCA3200-9B0E-4228-8EC3-EA433A48CEB5}" type="slidenum">
              <a:rPr lang="en-US" altLang="ko-KR" smtClean="0"/>
              <a:pPr/>
              <a:t>5</a:t>
            </a:fld>
            <a:endParaRPr lang="ko-KR" altLang="en-US" sz="1050" dirty="0">
              <a:solidFill>
                <a:schemeClr val="bg1">
                  <a:lumMod val="50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calibri" panose="020F0502020204030204" pitchFamily="34" charset="0"/>
            </a:endParaRPr>
          </a:p>
        </p:txBody>
      </p:sp>
      <p:pic>
        <p:nvPicPr>
          <p:cNvPr id="11" name="Picture 1">
            <a:extLst>
              <a:ext uri="{FF2B5EF4-FFF2-40B4-BE49-F238E27FC236}">
                <a16:creationId xmlns:a16="http://schemas.microsoft.com/office/drawing/2014/main" id="{0397F9F8-560F-0B07-41A5-BCA3A61CF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960" y="2578107"/>
            <a:ext cx="3949236" cy="2790609"/>
          </a:xfrm>
          <a:prstGeom prst="rect">
            <a:avLst/>
          </a:prstGeom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9DFDACC6-E2A8-9F5F-7BB0-3FA4E3ABE1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196" y="2578107"/>
            <a:ext cx="3949236" cy="2790609"/>
          </a:xfrm>
          <a:prstGeom prst="rect">
            <a:avLst/>
          </a:prstGeom>
        </p:spPr>
      </p:pic>
      <p:pic>
        <p:nvPicPr>
          <p:cNvPr id="14" name="Picture 3">
            <a:extLst>
              <a:ext uri="{FF2B5EF4-FFF2-40B4-BE49-F238E27FC236}">
                <a16:creationId xmlns:a16="http://schemas.microsoft.com/office/drawing/2014/main" id="{8E042AD6-F481-505C-D1B8-12CCB29264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6242" y="3185041"/>
            <a:ext cx="3284994" cy="1976372"/>
          </a:xfrm>
          <a:prstGeom prst="rect">
            <a:avLst/>
          </a:prstGeom>
        </p:spPr>
      </p:pic>
      <p:sp>
        <p:nvSpPr>
          <p:cNvPr id="5" name="Cap 5a">
            <a:extLst>
              <a:ext uri="{FF2B5EF4-FFF2-40B4-BE49-F238E27FC236}">
                <a16:creationId xmlns:a16="http://schemas.microsoft.com/office/drawing/2014/main" id="{F8CC29BC-3040-B824-16CD-8E67C7CBAF5F}"/>
              </a:ext>
            </a:extLst>
          </p:cNvPr>
          <p:cNvSpPr txBox="1"/>
          <p:nvPr/>
        </p:nvSpPr>
        <p:spPr>
          <a:xfrm>
            <a:off x="572452" y="5280858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ko-KR" altLang="en-US" sz="1100" b="1" dirty="0">
                <a:solidFill>
                  <a:srgbClr val="1F3864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① 원본 PDF 도면</a:t>
            </a:r>
          </a:p>
        </p:txBody>
      </p:sp>
      <p:sp>
        <p:nvSpPr>
          <p:cNvPr id="8" name="Cap 5b">
            <a:extLst>
              <a:ext uri="{FF2B5EF4-FFF2-40B4-BE49-F238E27FC236}">
                <a16:creationId xmlns:a16="http://schemas.microsoft.com/office/drawing/2014/main" id="{E2C37459-BA9E-EA02-AECC-041C7AAE51B1}"/>
              </a:ext>
            </a:extLst>
          </p:cNvPr>
          <p:cNvSpPr txBox="1"/>
          <p:nvPr/>
        </p:nvSpPr>
        <p:spPr>
          <a:xfrm>
            <a:off x="4568380" y="5280858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ko-KR" altLang="en-US" sz="1100" b="1" dirty="0">
                <a:solidFill>
                  <a:srgbClr val="1F3864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② 층 분리</a:t>
            </a:r>
          </a:p>
        </p:txBody>
      </p:sp>
      <p:sp>
        <p:nvSpPr>
          <p:cNvPr id="9" name="Cap 5c">
            <a:extLst>
              <a:ext uri="{FF2B5EF4-FFF2-40B4-BE49-F238E27FC236}">
                <a16:creationId xmlns:a16="http://schemas.microsoft.com/office/drawing/2014/main" id="{F3CF45B8-B8AA-C7D6-B1CC-6CCF7614A150}"/>
              </a:ext>
            </a:extLst>
          </p:cNvPr>
          <p:cNvSpPr txBox="1"/>
          <p:nvPr/>
        </p:nvSpPr>
        <p:spPr>
          <a:xfrm>
            <a:off x="8543425" y="5280858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ko-KR" altLang="en-US" sz="1100" b="1" dirty="0">
                <a:solidFill>
                  <a:srgbClr val="1F3864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③ 외형만 추출 → DXF · STEP</a:t>
            </a:r>
          </a:p>
        </p:txBody>
      </p:sp>
    </p:spTree>
    <p:extLst>
      <p:ext uri="{BB962C8B-B14F-4D97-AF65-F5344CB8AC3E}">
        <p14:creationId xmlns:p14="http://schemas.microsoft.com/office/powerpoint/2010/main" val="1190843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</TotalTime>
  <Words>609</Words>
  <Application>Microsoft Macintosh PowerPoint</Application>
  <PresentationFormat>와이드스크린</PresentationFormat>
  <Paragraphs>91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5" baseType="lpstr">
      <vt:lpstr>Noto Sans KR Medium</vt:lpstr>
      <vt:lpstr>KoPub돋움체 Bold</vt:lpstr>
      <vt:lpstr>맑은 고딕</vt:lpstr>
      <vt:lpstr>Arial</vt:lpstr>
      <vt:lpstr>Aptos</vt:lpstr>
      <vt:lpstr>Wingdings</vt:lpstr>
      <vt:lpstr>KoPub돋움체 Light</vt:lpstr>
      <vt:lpstr>KoPub돋움체 Medium</vt:lpstr>
      <vt:lpstr>HY견고딕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Seo Hogeon</dc:creator>
  <cp:lastModifiedBy>장영아</cp:lastModifiedBy>
  <cp:revision>5</cp:revision>
  <dcterms:created xsi:type="dcterms:W3CDTF">2023-07-18T08:46:57Z</dcterms:created>
  <dcterms:modified xsi:type="dcterms:W3CDTF">2026-08-25T09:09:48Z</dcterms:modified>
</cp:coreProperties>
</file>